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5447" r:id="rId4"/>
  </p:sldMasterIdLst>
  <p:notesMasterIdLst>
    <p:notesMasterId r:id="rId7"/>
  </p:notesMasterIdLst>
  <p:handoutMasterIdLst>
    <p:handoutMasterId r:id="rId8"/>
  </p:handoutMasterIdLst>
  <p:sldIdLst>
    <p:sldId id="2147479748" r:id="rId5"/>
    <p:sldId id="2147479749" r:id="rId6"/>
  </p:sldIdLst>
  <p:sldSz cx="12192000" cy="6858000"/>
  <p:notesSz cx="6858000" cy="9144000"/>
  <p:embeddedFontLst>
    <p:embeddedFont>
      <p:font typeface="Segoe UI" panose="020B0502040204020203" pitchFamily="34" charset="0"/>
      <p:regular r:id="rId9"/>
      <p:bold r:id="rId10"/>
      <p:italic r:id="rId11"/>
      <p:boldItalic r:id="rId12"/>
    </p:embeddedFont>
    <p:embeddedFont>
      <p:font typeface="Segoe UI Semibold" panose="020B0702040204020203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nts" id="{0C64CA1D-258A-4247-871B-EB7D0D21A5EE}">
          <p14:sldIdLst>
            <p14:sldId id="2147479748"/>
            <p14:sldId id="214747974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8C70F3D-4479-77E9-9F70-DC5EEA7A8BC5}" name="Yinka Awe" initials="" userId="S::Yinka@stinson.co::4449fb9e-83be-454d-a904-4373d07dc521" providerId="AD"/>
  <p188:author id="{CC12E58B-C6EE-1FAD-5656-C83A3AE4382B}" name="Jennifer Hariman" initials="JH" userId="S::jennifer@stinson.co::96ed55f2-9198-4e97-8455-a72a1e4bd3e2" providerId="AD"/>
  <p188:author id="{6AFA61D8-796F-555E-A395-B33F90AAF99E}" name="Monica Lueder" initials="ML" userId="S::monical@microsoft.com::75969e72-ba9c-4e32-a4ac-c8f3aeff9ba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B21"/>
    <a:srgbClr val="0B1E2C"/>
    <a:srgbClr val="0A1E2C"/>
    <a:srgbClr val="081E2C"/>
    <a:srgbClr val="081E2D"/>
    <a:srgbClr val="3A4A55"/>
    <a:srgbClr val="091B28"/>
    <a:srgbClr val="636583"/>
    <a:srgbClr val="3A4C56"/>
    <a:srgbClr val="2543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83D716-0D06-4074-9B23-92DD8BF9BE47}" v="44" dt="2025-11-03T21:30:14.6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3" autoAdjust="0"/>
    <p:restoredTop sz="94618" autoAdjust="0"/>
  </p:normalViewPr>
  <p:slideViewPr>
    <p:cSldViewPr snapToGrid="0">
      <p:cViewPr varScale="1">
        <p:scale>
          <a:sx n="111" d="100"/>
          <a:sy n="111" d="100"/>
        </p:scale>
        <p:origin x="437" y="3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621" y="-37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font" Target="fonts/font7.fntdata"/><Relationship Id="rId23" Type="http://schemas.microsoft.com/office/2015/10/relationships/revisionInfo" Target="revisionInfo.xml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geyuki Fukushima" userId="f58042c2-1724-492a-a8b2-a742d1773c63" providerId="ADAL" clId="{31AEA7F6-A627-4963-B628-67B52CFD0B31}"/>
    <pc:docChg chg="undo custSel addSld delSld modSld sldOrd modMainMaster addSection delSection modSection">
      <pc:chgData name="Shigeyuki Fukushima" userId="f58042c2-1724-492a-a8b2-a742d1773c63" providerId="ADAL" clId="{31AEA7F6-A627-4963-B628-67B52CFD0B31}" dt="2025-11-03T21:30:14.616" v="481"/>
      <pc:docMkLst>
        <pc:docMk/>
      </pc:docMkLst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1811665972" sldId="1524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1789865309" sldId="1531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3957722359" sldId="1660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1793706927" sldId="1670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1490695021" sldId="1716"/>
        </pc:sldMkLst>
      </pc:sldChg>
      <pc:sldChg chg="del">
        <pc:chgData name="Shigeyuki Fukushima" userId="f58042c2-1724-492a-a8b2-a742d1773c63" providerId="ADAL" clId="{31AEA7F6-A627-4963-B628-67B52CFD0B31}" dt="2025-11-03T21:04:36.821" v="319" actId="47"/>
        <pc:sldMkLst>
          <pc:docMk/>
          <pc:sldMk cId="4107298689" sldId="1941"/>
        </pc:sldMkLst>
      </pc:sldChg>
      <pc:sldChg chg="del">
        <pc:chgData name="Shigeyuki Fukushima" userId="f58042c2-1724-492a-a8b2-a742d1773c63" providerId="ADAL" clId="{31AEA7F6-A627-4963-B628-67B52CFD0B31}" dt="2025-11-03T21:04:29.819" v="315" actId="47"/>
        <pc:sldMkLst>
          <pc:docMk/>
          <pc:sldMk cId="458529531" sldId="1995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1122963436" sldId="2046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1327862752" sldId="2051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42370148" sldId="2076137992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510793352" sldId="2076137993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2893538141" sldId="2076137994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4269075036" sldId="2076138187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1237815889" sldId="2076138188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2334745238" sldId="2076138189"/>
        </pc:sldMkLst>
      </pc:sldChg>
      <pc:sldChg chg="del">
        <pc:chgData name="Shigeyuki Fukushima" userId="f58042c2-1724-492a-a8b2-a742d1773c63" providerId="ADAL" clId="{31AEA7F6-A627-4963-B628-67B52CFD0B31}" dt="2025-11-03T21:04:33.544" v="317" actId="47"/>
        <pc:sldMkLst>
          <pc:docMk/>
          <pc:sldMk cId="991268898" sldId="2147479480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3112756046" sldId="2147479481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349247145" sldId="2147479482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2134538565" sldId="2147479483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175102725" sldId="2147479484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3303156803" sldId="2147479485"/>
        </pc:sldMkLst>
      </pc:sldChg>
      <pc:sldChg chg="modSp del mod">
        <pc:chgData name="Shigeyuki Fukushima" userId="f58042c2-1724-492a-a8b2-a742d1773c63" providerId="ADAL" clId="{31AEA7F6-A627-4963-B628-67B52CFD0B31}" dt="2025-11-03T21:04:31.025" v="316" actId="47"/>
        <pc:sldMkLst>
          <pc:docMk/>
          <pc:sldMk cId="312984688" sldId="2147479486"/>
        </pc:sldMkLst>
        <pc:spChg chg="mod">
          <ac:chgData name="Shigeyuki Fukushima" userId="f58042c2-1724-492a-a8b2-a742d1773c63" providerId="ADAL" clId="{31AEA7F6-A627-4963-B628-67B52CFD0B31}" dt="2025-11-03T21:02:19.634" v="1" actId="1076"/>
          <ac:spMkLst>
            <pc:docMk/>
            <pc:sldMk cId="312984688" sldId="2147479486"/>
            <ac:spMk id="8" creationId="{310246A0-50B6-450A-BB79-2CB0A7A45D86}"/>
          </ac:spMkLst>
        </pc:spChg>
        <pc:spChg chg="mod">
          <ac:chgData name="Shigeyuki Fukushima" userId="f58042c2-1724-492a-a8b2-a742d1773c63" providerId="ADAL" clId="{31AEA7F6-A627-4963-B628-67B52CFD0B31}" dt="2025-11-03T21:02:19.634" v="1" actId="1076"/>
          <ac:spMkLst>
            <pc:docMk/>
            <pc:sldMk cId="312984688" sldId="2147479486"/>
            <ac:spMk id="11" creationId="{BC0A8FA0-7CCC-400C-ACA1-E248F6B495C2}"/>
          </ac:spMkLst>
        </pc:spChg>
        <pc:cxnChg chg="mod">
          <ac:chgData name="Shigeyuki Fukushima" userId="f58042c2-1724-492a-a8b2-a742d1773c63" providerId="ADAL" clId="{31AEA7F6-A627-4963-B628-67B52CFD0B31}" dt="2025-11-03T21:02:19.634" v="1" actId="1076"/>
          <ac:cxnSpMkLst>
            <pc:docMk/>
            <pc:sldMk cId="312984688" sldId="2147479486"/>
            <ac:cxnSpMk id="18" creationId="{3C2317F9-CAEF-5B24-969A-C8744D3C3F52}"/>
          </ac:cxnSpMkLst>
        </pc:cxnChg>
      </pc:sldChg>
      <pc:sldChg chg="ord">
        <pc:chgData name="Shigeyuki Fukushima" userId="f58042c2-1724-492a-a8b2-a742d1773c63" providerId="ADAL" clId="{31AEA7F6-A627-4963-B628-67B52CFD0B31}" dt="2025-11-03T21:06:23.125" v="324"/>
        <pc:sldMkLst>
          <pc:docMk/>
          <pc:sldMk cId="4061082036" sldId="2147479528"/>
        </pc:sldMkLst>
      </pc:sldChg>
      <pc:sldChg chg="del">
        <pc:chgData name="Shigeyuki Fukushima" userId="f58042c2-1724-492a-a8b2-a742d1773c63" providerId="ADAL" clId="{31AEA7F6-A627-4963-B628-67B52CFD0B31}" dt="2025-11-03T21:04:34.444" v="318" actId="47"/>
        <pc:sldMkLst>
          <pc:docMk/>
          <pc:sldMk cId="2897246103" sldId="2147479538"/>
        </pc:sldMkLst>
      </pc:sldChg>
      <pc:sldChg chg="del">
        <pc:chgData name="Shigeyuki Fukushima" userId="f58042c2-1724-492a-a8b2-a742d1773c63" providerId="ADAL" clId="{31AEA7F6-A627-4963-B628-67B52CFD0B31}" dt="2025-11-03T21:10:48.644" v="351" actId="18676"/>
        <pc:sldMkLst>
          <pc:docMk/>
          <pc:sldMk cId="571589702" sldId="2147479540"/>
        </pc:sldMkLst>
      </pc:sldChg>
      <pc:sldChg chg="del">
        <pc:chgData name="Shigeyuki Fukushima" userId="f58042c2-1724-492a-a8b2-a742d1773c63" providerId="ADAL" clId="{31AEA7F6-A627-4963-B628-67B52CFD0B31}" dt="2025-11-03T21:10:48.644" v="351" actId="18676"/>
        <pc:sldMkLst>
          <pc:docMk/>
          <pc:sldMk cId="400279992" sldId="2147479547"/>
        </pc:sldMkLst>
      </pc:sldChg>
      <pc:sldChg chg="del">
        <pc:chgData name="Shigeyuki Fukushima" userId="f58042c2-1724-492a-a8b2-a742d1773c63" providerId="ADAL" clId="{31AEA7F6-A627-4963-B628-67B52CFD0B31}" dt="2025-11-03T21:04:51.353" v="321" actId="47"/>
        <pc:sldMkLst>
          <pc:docMk/>
          <pc:sldMk cId="1439635945" sldId="2147479549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1739764256" sldId="2147479551"/>
        </pc:sldMkLst>
      </pc:sldChg>
      <pc:sldChg chg="del">
        <pc:chgData name="Shigeyuki Fukushima" userId="f58042c2-1724-492a-a8b2-a742d1773c63" providerId="ADAL" clId="{31AEA7F6-A627-4963-B628-67B52CFD0B31}" dt="2025-11-03T21:12:06.181" v="364" actId="18676"/>
        <pc:sldMkLst>
          <pc:docMk/>
          <pc:sldMk cId="1027007728" sldId="2147479554"/>
        </pc:sldMkLst>
      </pc:sldChg>
      <pc:sldChg chg="del">
        <pc:chgData name="Shigeyuki Fukushima" userId="f58042c2-1724-492a-a8b2-a742d1773c63" providerId="ADAL" clId="{31AEA7F6-A627-4963-B628-67B52CFD0B31}" dt="2025-11-03T21:12:06.181" v="364" actId="18676"/>
        <pc:sldMkLst>
          <pc:docMk/>
          <pc:sldMk cId="3341853476" sldId="2147479555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2563104578" sldId="2147479556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2693243172" sldId="2147479558"/>
        </pc:sldMkLst>
      </pc:sldChg>
      <pc:sldChg chg="del">
        <pc:chgData name="Shigeyuki Fukushima" userId="f58042c2-1724-492a-a8b2-a742d1773c63" providerId="ADAL" clId="{31AEA7F6-A627-4963-B628-67B52CFD0B31}" dt="2025-11-03T21:10:48.644" v="351" actId="18676"/>
        <pc:sldMkLst>
          <pc:docMk/>
          <pc:sldMk cId="3588540271" sldId="2147479559"/>
        </pc:sldMkLst>
      </pc:sldChg>
      <pc:sldChg chg="del">
        <pc:chgData name="Shigeyuki Fukushima" userId="f58042c2-1724-492a-a8b2-a742d1773c63" providerId="ADAL" clId="{31AEA7F6-A627-4963-B628-67B52CFD0B31}" dt="2025-11-03T21:10:48.644" v="351" actId="18676"/>
        <pc:sldMkLst>
          <pc:docMk/>
          <pc:sldMk cId="1039172697" sldId="2147479565"/>
        </pc:sldMkLst>
      </pc:sldChg>
      <pc:sldChg chg="del">
        <pc:chgData name="Shigeyuki Fukushima" userId="f58042c2-1724-492a-a8b2-a742d1773c63" providerId="ADAL" clId="{31AEA7F6-A627-4963-B628-67B52CFD0B31}" dt="2025-11-03T21:10:48.644" v="351" actId="18676"/>
        <pc:sldMkLst>
          <pc:docMk/>
          <pc:sldMk cId="311225691" sldId="2147479569"/>
        </pc:sldMkLst>
      </pc:sldChg>
      <pc:sldChg chg="del">
        <pc:chgData name="Shigeyuki Fukushima" userId="f58042c2-1724-492a-a8b2-a742d1773c63" providerId="ADAL" clId="{31AEA7F6-A627-4963-B628-67B52CFD0B31}" dt="2025-11-03T21:10:48.644" v="351" actId="18676"/>
        <pc:sldMkLst>
          <pc:docMk/>
          <pc:sldMk cId="564236014" sldId="2147479576"/>
        </pc:sldMkLst>
      </pc:sldChg>
      <pc:sldChg chg="mod modShow">
        <pc:chgData name="Shigeyuki Fukushima" userId="f58042c2-1724-492a-a8b2-a742d1773c63" providerId="ADAL" clId="{31AEA7F6-A627-4963-B628-67B52CFD0B31}" dt="2025-11-03T21:06:11.402" v="322" actId="729"/>
        <pc:sldMkLst>
          <pc:docMk/>
          <pc:sldMk cId="3937559454" sldId="2147479579"/>
        </pc:sldMkLst>
      </pc:sldChg>
      <pc:sldChg chg="del">
        <pc:chgData name="Shigeyuki Fukushima" userId="f58042c2-1724-492a-a8b2-a742d1773c63" providerId="ADAL" clId="{31AEA7F6-A627-4963-B628-67B52CFD0B31}" dt="2025-11-03T21:10:48.644" v="351" actId="18676"/>
        <pc:sldMkLst>
          <pc:docMk/>
          <pc:sldMk cId="693765464" sldId="2147479589"/>
        </pc:sldMkLst>
      </pc:sldChg>
      <pc:sldChg chg="del">
        <pc:chgData name="Shigeyuki Fukushima" userId="f58042c2-1724-492a-a8b2-a742d1773c63" providerId="ADAL" clId="{31AEA7F6-A627-4963-B628-67B52CFD0B31}" dt="2025-11-03T21:12:06.181" v="364" actId="18676"/>
        <pc:sldMkLst>
          <pc:docMk/>
          <pc:sldMk cId="1364342362" sldId="2147479590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2978078909" sldId="2147479591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2756132459" sldId="2147479592"/>
        </pc:sldMkLst>
      </pc:sldChg>
      <pc:sldChg chg="del">
        <pc:chgData name="Shigeyuki Fukushima" userId="f58042c2-1724-492a-a8b2-a742d1773c63" providerId="ADAL" clId="{31AEA7F6-A627-4963-B628-67B52CFD0B31}" dt="2025-11-03T21:12:03.551" v="363" actId="18676"/>
        <pc:sldMkLst>
          <pc:docMk/>
          <pc:sldMk cId="1456622026" sldId="2147479593"/>
        </pc:sldMkLst>
      </pc:sldChg>
      <pc:sldChg chg="del">
        <pc:chgData name="Shigeyuki Fukushima" userId="f58042c2-1724-492a-a8b2-a742d1773c63" providerId="ADAL" clId="{31AEA7F6-A627-4963-B628-67B52CFD0B31}" dt="2025-11-03T21:12:03.551" v="363" actId="18676"/>
        <pc:sldMkLst>
          <pc:docMk/>
          <pc:sldMk cId="2863122176" sldId="2147479594"/>
        </pc:sldMkLst>
      </pc:sldChg>
      <pc:sldChg chg="del">
        <pc:chgData name="Shigeyuki Fukushima" userId="f58042c2-1724-492a-a8b2-a742d1773c63" providerId="ADAL" clId="{31AEA7F6-A627-4963-B628-67B52CFD0B31}" dt="2025-11-03T21:12:16.955" v="366" actId="18676"/>
        <pc:sldMkLst>
          <pc:docMk/>
          <pc:sldMk cId="2357966436" sldId="2147479596"/>
        </pc:sldMkLst>
      </pc:sldChg>
      <pc:sldChg chg="del">
        <pc:chgData name="Shigeyuki Fukushima" userId="f58042c2-1724-492a-a8b2-a742d1773c63" providerId="ADAL" clId="{31AEA7F6-A627-4963-B628-67B52CFD0B31}" dt="2025-11-03T21:12:03.551" v="363" actId="18676"/>
        <pc:sldMkLst>
          <pc:docMk/>
          <pc:sldMk cId="4210875842" sldId="2147479597"/>
        </pc:sldMkLst>
      </pc:sldChg>
      <pc:sldChg chg="del">
        <pc:chgData name="Shigeyuki Fukushima" userId="f58042c2-1724-492a-a8b2-a742d1773c63" providerId="ADAL" clId="{31AEA7F6-A627-4963-B628-67B52CFD0B31}" dt="2025-11-03T21:12:03.551" v="363" actId="18676"/>
        <pc:sldMkLst>
          <pc:docMk/>
          <pc:sldMk cId="3459382333" sldId="2147479598"/>
        </pc:sldMkLst>
      </pc:sldChg>
      <pc:sldChg chg="del">
        <pc:chgData name="Shigeyuki Fukushima" userId="f58042c2-1724-492a-a8b2-a742d1773c63" providerId="ADAL" clId="{31AEA7F6-A627-4963-B628-67B52CFD0B31}" dt="2025-11-03T21:12:06.181" v="364" actId="18676"/>
        <pc:sldMkLst>
          <pc:docMk/>
          <pc:sldMk cId="1266235528" sldId="2147479601"/>
        </pc:sldMkLst>
      </pc:sldChg>
      <pc:sldChg chg="del">
        <pc:chgData name="Shigeyuki Fukushima" userId="f58042c2-1724-492a-a8b2-a742d1773c63" providerId="ADAL" clId="{31AEA7F6-A627-4963-B628-67B52CFD0B31}" dt="2025-11-03T21:04:50.677" v="320" actId="47"/>
        <pc:sldMkLst>
          <pc:docMk/>
          <pc:sldMk cId="2672455334" sldId="2147479602"/>
        </pc:sldMkLst>
      </pc:sldChg>
      <pc:sldChg chg="del">
        <pc:chgData name="Shigeyuki Fukushima" userId="f58042c2-1724-492a-a8b2-a742d1773c63" providerId="ADAL" clId="{31AEA7F6-A627-4963-B628-67B52CFD0B31}" dt="2025-11-03T21:10:51.069" v="352" actId="18676"/>
        <pc:sldMkLst>
          <pc:docMk/>
          <pc:sldMk cId="3639659155" sldId="2147479603"/>
        </pc:sldMkLst>
      </pc:sldChg>
      <pc:sldChg chg="del">
        <pc:chgData name="Shigeyuki Fukushima" userId="f58042c2-1724-492a-a8b2-a742d1773c63" providerId="ADAL" clId="{31AEA7F6-A627-4963-B628-67B52CFD0B31}" dt="2025-11-03T21:10:51.069" v="352" actId="18676"/>
        <pc:sldMkLst>
          <pc:docMk/>
          <pc:sldMk cId="1692454021" sldId="2147479604"/>
        </pc:sldMkLst>
      </pc:sldChg>
      <pc:sldChg chg="del">
        <pc:chgData name="Shigeyuki Fukushima" userId="f58042c2-1724-492a-a8b2-a742d1773c63" providerId="ADAL" clId="{31AEA7F6-A627-4963-B628-67B52CFD0B31}" dt="2025-11-03T21:10:51.069" v="352" actId="18676"/>
        <pc:sldMkLst>
          <pc:docMk/>
          <pc:sldMk cId="2329918803" sldId="2147479605"/>
        </pc:sldMkLst>
      </pc:sldChg>
      <pc:sldChg chg="del">
        <pc:chgData name="Shigeyuki Fukushima" userId="f58042c2-1724-492a-a8b2-a742d1773c63" providerId="ADAL" clId="{31AEA7F6-A627-4963-B628-67B52CFD0B31}" dt="2025-11-03T21:10:51.069" v="352" actId="18676"/>
        <pc:sldMkLst>
          <pc:docMk/>
          <pc:sldMk cId="1983908798" sldId="2147479606"/>
        </pc:sldMkLst>
      </pc:sldChg>
      <pc:sldChg chg="del">
        <pc:chgData name="Shigeyuki Fukushima" userId="f58042c2-1724-492a-a8b2-a742d1773c63" providerId="ADAL" clId="{31AEA7F6-A627-4963-B628-67B52CFD0B31}" dt="2025-11-03T21:10:51.069" v="352" actId="18676"/>
        <pc:sldMkLst>
          <pc:docMk/>
          <pc:sldMk cId="4273959793" sldId="2147479608"/>
        </pc:sldMkLst>
      </pc:sldChg>
      <pc:sldChg chg="del">
        <pc:chgData name="Shigeyuki Fukushima" userId="f58042c2-1724-492a-a8b2-a742d1773c63" providerId="ADAL" clId="{31AEA7F6-A627-4963-B628-67B52CFD0B31}" dt="2025-11-03T21:10:51.069" v="352" actId="18676"/>
        <pc:sldMkLst>
          <pc:docMk/>
          <pc:sldMk cId="3730313070" sldId="2147479609"/>
        </pc:sldMkLst>
      </pc:sldChg>
      <pc:sldChg chg="del">
        <pc:chgData name="Shigeyuki Fukushima" userId="f58042c2-1724-492a-a8b2-a742d1773c63" providerId="ADAL" clId="{31AEA7F6-A627-4963-B628-67B52CFD0B31}" dt="2025-11-03T21:10:51.069" v="352" actId="18676"/>
        <pc:sldMkLst>
          <pc:docMk/>
          <pc:sldMk cId="3590798287" sldId="2147479610"/>
        </pc:sldMkLst>
      </pc:sldChg>
      <pc:sldChg chg="del">
        <pc:chgData name="Shigeyuki Fukushima" userId="f58042c2-1724-492a-a8b2-a742d1773c63" providerId="ADAL" clId="{31AEA7F6-A627-4963-B628-67B52CFD0B31}" dt="2025-11-03T21:10:51.069" v="352" actId="18676"/>
        <pc:sldMkLst>
          <pc:docMk/>
          <pc:sldMk cId="2388542411" sldId="2147479611"/>
        </pc:sldMkLst>
      </pc:sldChg>
      <pc:sldChg chg="del">
        <pc:chgData name="Shigeyuki Fukushima" userId="f58042c2-1724-492a-a8b2-a742d1773c63" providerId="ADAL" clId="{31AEA7F6-A627-4963-B628-67B52CFD0B31}" dt="2025-11-03T21:10:51.069" v="352" actId="18676"/>
        <pc:sldMkLst>
          <pc:docMk/>
          <pc:sldMk cId="1469674728" sldId="2147479612"/>
        </pc:sldMkLst>
      </pc:sldChg>
      <pc:sldChg chg="del">
        <pc:chgData name="Shigeyuki Fukushima" userId="f58042c2-1724-492a-a8b2-a742d1773c63" providerId="ADAL" clId="{31AEA7F6-A627-4963-B628-67B52CFD0B31}" dt="2025-11-03T21:11:00.987" v="355" actId="18676"/>
        <pc:sldMkLst>
          <pc:docMk/>
          <pc:sldMk cId="1630838604" sldId="2147479613"/>
        </pc:sldMkLst>
      </pc:sldChg>
      <pc:sldChg chg="del">
        <pc:chgData name="Shigeyuki Fukushima" userId="f58042c2-1724-492a-a8b2-a742d1773c63" providerId="ADAL" clId="{31AEA7F6-A627-4963-B628-67B52CFD0B31}" dt="2025-11-03T21:11:00.987" v="355" actId="18676"/>
        <pc:sldMkLst>
          <pc:docMk/>
          <pc:sldMk cId="130341832" sldId="2147479614"/>
        </pc:sldMkLst>
      </pc:sldChg>
      <pc:sldChg chg="del">
        <pc:chgData name="Shigeyuki Fukushima" userId="f58042c2-1724-492a-a8b2-a742d1773c63" providerId="ADAL" clId="{31AEA7F6-A627-4963-B628-67B52CFD0B31}" dt="2025-11-03T21:11:00.987" v="355" actId="18676"/>
        <pc:sldMkLst>
          <pc:docMk/>
          <pc:sldMk cId="3850622566" sldId="2147479615"/>
        </pc:sldMkLst>
      </pc:sldChg>
      <pc:sldChg chg="del">
        <pc:chgData name="Shigeyuki Fukushima" userId="f58042c2-1724-492a-a8b2-a742d1773c63" providerId="ADAL" clId="{31AEA7F6-A627-4963-B628-67B52CFD0B31}" dt="2025-11-03T21:11:00.987" v="355" actId="18676"/>
        <pc:sldMkLst>
          <pc:docMk/>
          <pc:sldMk cId="644030620" sldId="2147479616"/>
        </pc:sldMkLst>
      </pc:sldChg>
      <pc:sldChg chg="del">
        <pc:chgData name="Shigeyuki Fukushima" userId="f58042c2-1724-492a-a8b2-a742d1773c63" providerId="ADAL" clId="{31AEA7F6-A627-4963-B628-67B52CFD0B31}" dt="2025-11-03T21:11:00.987" v="355" actId="18676"/>
        <pc:sldMkLst>
          <pc:docMk/>
          <pc:sldMk cId="823436450" sldId="2147479617"/>
        </pc:sldMkLst>
      </pc:sldChg>
      <pc:sldChg chg="ord">
        <pc:chgData name="Shigeyuki Fukushima" userId="f58042c2-1724-492a-a8b2-a742d1773c63" providerId="ADAL" clId="{31AEA7F6-A627-4963-B628-67B52CFD0B31}" dt="2025-11-03T21:10:57.362" v="354"/>
        <pc:sldMkLst>
          <pc:docMk/>
          <pc:sldMk cId="910780472" sldId="2147479618"/>
        </pc:sldMkLst>
      </pc:sldChg>
      <pc:sldChg chg="del">
        <pc:chgData name="Shigeyuki Fukushima" userId="f58042c2-1724-492a-a8b2-a742d1773c63" providerId="ADAL" clId="{31AEA7F6-A627-4963-B628-67B52CFD0B31}" dt="2025-11-03T21:11:00.987" v="355" actId="18676"/>
        <pc:sldMkLst>
          <pc:docMk/>
          <pc:sldMk cId="2506370430" sldId="2147479622"/>
        </pc:sldMkLst>
      </pc:sldChg>
      <pc:sldChg chg="del">
        <pc:chgData name="Shigeyuki Fukushima" userId="f58042c2-1724-492a-a8b2-a742d1773c63" providerId="ADAL" clId="{31AEA7F6-A627-4963-B628-67B52CFD0B31}" dt="2025-11-03T21:11:00.987" v="355" actId="18676"/>
        <pc:sldMkLst>
          <pc:docMk/>
          <pc:sldMk cId="3749175176" sldId="2147479623"/>
        </pc:sldMkLst>
      </pc:sldChg>
      <pc:sldChg chg="del">
        <pc:chgData name="Shigeyuki Fukushima" userId="f58042c2-1724-492a-a8b2-a742d1773c63" providerId="ADAL" clId="{31AEA7F6-A627-4963-B628-67B52CFD0B31}" dt="2025-11-03T21:11:00.987" v="355" actId="18676"/>
        <pc:sldMkLst>
          <pc:docMk/>
          <pc:sldMk cId="2872275362" sldId="2147479624"/>
        </pc:sldMkLst>
      </pc:sldChg>
      <pc:sldChg chg="del">
        <pc:chgData name="Shigeyuki Fukushima" userId="f58042c2-1724-492a-a8b2-a742d1773c63" providerId="ADAL" clId="{31AEA7F6-A627-4963-B628-67B52CFD0B31}" dt="2025-11-03T21:11:03.767" v="356" actId="18676"/>
        <pc:sldMkLst>
          <pc:docMk/>
          <pc:sldMk cId="3889353794" sldId="2147479625"/>
        </pc:sldMkLst>
      </pc:sldChg>
      <pc:sldChg chg="del">
        <pc:chgData name="Shigeyuki Fukushima" userId="f58042c2-1724-492a-a8b2-a742d1773c63" providerId="ADAL" clId="{31AEA7F6-A627-4963-B628-67B52CFD0B31}" dt="2025-11-03T21:11:03.767" v="356" actId="18676"/>
        <pc:sldMkLst>
          <pc:docMk/>
          <pc:sldMk cId="2205292164" sldId="2147479626"/>
        </pc:sldMkLst>
      </pc:sldChg>
      <pc:sldChg chg="del">
        <pc:chgData name="Shigeyuki Fukushima" userId="f58042c2-1724-492a-a8b2-a742d1773c63" providerId="ADAL" clId="{31AEA7F6-A627-4963-B628-67B52CFD0B31}" dt="2025-11-03T21:11:03.767" v="356" actId="18676"/>
        <pc:sldMkLst>
          <pc:docMk/>
          <pc:sldMk cId="3456100723" sldId="2147479627"/>
        </pc:sldMkLst>
      </pc:sldChg>
      <pc:sldChg chg="del">
        <pc:chgData name="Shigeyuki Fukushima" userId="f58042c2-1724-492a-a8b2-a742d1773c63" providerId="ADAL" clId="{31AEA7F6-A627-4963-B628-67B52CFD0B31}" dt="2025-11-03T21:11:03.767" v="356" actId="18676"/>
        <pc:sldMkLst>
          <pc:docMk/>
          <pc:sldMk cId="1718384787" sldId="2147479628"/>
        </pc:sldMkLst>
      </pc:sldChg>
      <pc:sldChg chg="del">
        <pc:chgData name="Shigeyuki Fukushima" userId="f58042c2-1724-492a-a8b2-a742d1773c63" providerId="ADAL" clId="{31AEA7F6-A627-4963-B628-67B52CFD0B31}" dt="2025-11-03T21:11:03.767" v="356" actId="18676"/>
        <pc:sldMkLst>
          <pc:docMk/>
          <pc:sldMk cId="4261450733" sldId="2147479629"/>
        </pc:sldMkLst>
      </pc:sldChg>
      <pc:sldChg chg="del">
        <pc:chgData name="Shigeyuki Fukushima" userId="f58042c2-1724-492a-a8b2-a742d1773c63" providerId="ADAL" clId="{31AEA7F6-A627-4963-B628-67B52CFD0B31}" dt="2025-11-03T21:11:03.767" v="356" actId="18676"/>
        <pc:sldMkLst>
          <pc:docMk/>
          <pc:sldMk cId="2722472524" sldId="2147479630"/>
        </pc:sldMkLst>
      </pc:sldChg>
      <pc:sldChg chg="del">
        <pc:chgData name="Shigeyuki Fukushima" userId="f58042c2-1724-492a-a8b2-a742d1773c63" providerId="ADAL" clId="{31AEA7F6-A627-4963-B628-67B52CFD0B31}" dt="2025-11-03T21:11:03.767" v="356" actId="18676"/>
        <pc:sldMkLst>
          <pc:docMk/>
          <pc:sldMk cId="85051619" sldId="2147479631"/>
        </pc:sldMkLst>
      </pc:sldChg>
      <pc:sldChg chg="del">
        <pc:chgData name="Shigeyuki Fukushima" userId="f58042c2-1724-492a-a8b2-a742d1773c63" providerId="ADAL" clId="{31AEA7F6-A627-4963-B628-67B52CFD0B31}" dt="2025-11-03T21:11:03.767" v="356" actId="18676"/>
        <pc:sldMkLst>
          <pc:docMk/>
          <pc:sldMk cId="2099455515" sldId="2147479632"/>
        </pc:sldMkLst>
      </pc:sldChg>
      <pc:sldChg chg="del">
        <pc:chgData name="Shigeyuki Fukushima" userId="f58042c2-1724-492a-a8b2-a742d1773c63" providerId="ADAL" clId="{31AEA7F6-A627-4963-B628-67B52CFD0B31}" dt="2025-11-03T21:11:03.767" v="356" actId="18676"/>
        <pc:sldMkLst>
          <pc:docMk/>
          <pc:sldMk cId="1073673956" sldId="2147479633"/>
        </pc:sldMkLst>
      </pc:sldChg>
      <pc:sldChg chg="addSp delSp modSp mod modClrScheme chgLayout">
        <pc:chgData name="Shigeyuki Fukushima" userId="f58042c2-1724-492a-a8b2-a742d1773c63" providerId="ADAL" clId="{31AEA7F6-A627-4963-B628-67B52CFD0B31}" dt="2025-11-03T21:10:33.869" v="349" actId="6264"/>
        <pc:sldMkLst>
          <pc:docMk/>
          <pc:sldMk cId="1006369347" sldId="2147479634"/>
        </pc:sldMkLst>
        <pc:spChg chg="add del mod">
          <ac:chgData name="Shigeyuki Fukushima" userId="f58042c2-1724-492a-a8b2-a742d1773c63" providerId="ADAL" clId="{31AEA7F6-A627-4963-B628-67B52CFD0B31}" dt="2025-11-03T21:10:33.869" v="349" actId="6264"/>
          <ac:spMkLst>
            <pc:docMk/>
            <pc:sldMk cId="1006369347" sldId="2147479634"/>
            <ac:spMk id="2" creationId="{DEC073CC-0066-DE5F-D8EA-EAA33955FB97}"/>
          </ac:spMkLst>
        </pc:spChg>
        <pc:spChg chg="add del mod">
          <ac:chgData name="Shigeyuki Fukushima" userId="f58042c2-1724-492a-a8b2-a742d1773c63" providerId="ADAL" clId="{31AEA7F6-A627-4963-B628-67B52CFD0B31}" dt="2025-11-03T21:10:33.869" v="349" actId="6264"/>
          <ac:spMkLst>
            <pc:docMk/>
            <pc:sldMk cId="1006369347" sldId="2147479634"/>
            <ac:spMk id="3" creationId="{4E8C98A1-1CCD-D2BF-7DE3-7C72313B9A8A}"/>
          </ac:spMkLst>
        </pc:spChg>
        <pc:spChg chg="add mod ord">
          <ac:chgData name="Shigeyuki Fukushima" userId="f58042c2-1724-492a-a8b2-a742d1773c63" providerId="ADAL" clId="{31AEA7F6-A627-4963-B628-67B52CFD0B31}" dt="2025-11-03T21:10:33.869" v="349" actId="6264"/>
          <ac:spMkLst>
            <pc:docMk/>
            <pc:sldMk cId="1006369347" sldId="2147479634"/>
            <ac:spMk id="4" creationId="{7EB4563C-CB68-BBA7-A8B3-C4E01DA3EA1F}"/>
          </ac:spMkLst>
        </pc:spChg>
        <pc:spChg chg="add mod ord">
          <ac:chgData name="Shigeyuki Fukushima" userId="f58042c2-1724-492a-a8b2-a742d1773c63" providerId="ADAL" clId="{31AEA7F6-A627-4963-B628-67B52CFD0B31}" dt="2025-11-03T21:10:33.869" v="349" actId="6264"/>
          <ac:spMkLst>
            <pc:docMk/>
            <pc:sldMk cId="1006369347" sldId="2147479634"/>
            <ac:spMk id="5" creationId="{4D3B0163-46D4-EA25-D91A-514D7F772B89}"/>
          </ac:spMkLst>
        </pc:spChg>
      </pc:sldChg>
      <pc:sldChg chg="del">
        <pc:chgData name="Shigeyuki Fukushima" userId="f58042c2-1724-492a-a8b2-a742d1773c63" providerId="ADAL" clId="{31AEA7F6-A627-4963-B628-67B52CFD0B31}" dt="2025-11-03T21:12:10.689" v="365" actId="18676"/>
        <pc:sldMkLst>
          <pc:docMk/>
          <pc:sldMk cId="336995312" sldId="2147479636"/>
        </pc:sldMkLst>
      </pc:sldChg>
      <pc:sldChg chg="del">
        <pc:chgData name="Shigeyuki Fukushima" userId="f58042c2-1724-492a-a8b2-a742d1773c63" providerId="ADAL" clId="{31AEA7F6-A627-4963-B628-67B52CFD0B31}" dt="2025-11-03T21:12:10.689" v="365" actId="18676"/>
        <pc:sldMkLst>
          <pc:docMk/>
          <pc:sldMk cId="2052827909" sldId="2147479637"/>
        </pc:sldMkLst>
      </pc:sldChg>
      <pc:sldChg chg="del">
        <pc:chgData name="Shigeyuki Fukushima" userId="f58042c2-1724-492a-a8b2-a742d1773c63" providerId="ADAL" clId="{31AEA7F6-A627-4963-B628-67B52CFD0B31}" dt="2025-11-03T21:12:10.689" v="365" actId="18676"/>
        <pc:sldMkLst>
          <pc:docMk/>
          <pc:sldMk cId="3983388268" sldId="2147479638"/>
        </pc:sldMkLst>
      </pc:sldChg>
      <pc:sldChg chg="del">
        <pc:chgData name="Shigeyuki Fukushima" userId="f58042c2-1724-492a-a8b2-a742d1773c63" providerId="ADAL" clId="{31AEA7F6-A627-4963-B628-67B52CFD0B31}" dt="2025-11-03T21:12:03.551" v="363" actId="18676"/>
        <pc:sldMkLst>
          <pc:docMk/>
          <pc:sldMk cId="4056609896" sldId="2147479640"/>
        </pc:sldMkLst>
      </pc:sldChg>
      <pc:sldChg chg="del">
        <pc:chgData name="Shigeyuki Fukushima" userId="f58042c2-1724-492a-a8b2-a742d1773c63" providerId="ADAL" clId="{31AEA7F6-A627-4963-B628-67B52CFD0B31}" dt="2025-11-03T21:12:03.551" v="363" actId="18676"/>
        <pc:sldMkLst>
          <pc:docMk/>
          <pc:sldMk cId="2862085256" sldId="2147479641"/>
        </pc:sldMkLst>
      </pc:sldChg>
      <pc:sldChg chg="del">
        <pc:chgData name="Shigeyuki Fukushima" userId="f58042c2-1724-492a-a8b2-a742d1773c63" providerId="ADAL" clId="{31AEA7F6-A627-4963-B628-67B52CFD0B31}" dt="2025-11-03T21:12:03.551" v="363" actId="18676"/>
        <pc:sldMkLst>
          <pc:docMk/>
          <pc:sldMk cId="3547682285" sldId="2147479642"/>
        </pc:sldMkLst>
      </pc:sldChg>
      <pc:sldChg chg="del">
        <pc:chgData name="Shigeyuki Fukushima" userId="f58042c2-1724-492a-a8b2-a742d1773c63" providerId="ADAL" clId="{31AEA7F6-A627-4963-B628-67B52CFD0B31}" dt="2025-11-03T21:12:03.551" v="363" actId="18676"/>
        <pc:sldMkLst>
          <pc:docMk/>
          <pc:sldMk cId="4008881859" sldId="2147479643"/>
        </pc:sldMkLst>
      </pc:sldChg>
      <pc:sldChg chg="del">
        <pc:chgData name="Shigeyuki Fukushima" userId="f58042c2-1724-492a-a8b2-a742d1773c63" providerId="ADAL" clId="{31AEA7F6-A627-4963-B628-67B52CFD0B31}" dt="2025-11-03T21:12:03.551" v="363" actId="18676"/>
        <pc:sldMkLst>
          <pc:docMk/>
          <pc:sldMk cId="1053909034" sldId="2147479644"/>
        </pc:sldMkLst>
      </pc:sldChg>
      <pc:sldChg chg="del">
        <pc:chgData name="Shigeyuki Fukushima" userId="f58042c2-1724-492a-a8b2-a742d1773c63" providerId="ADAL" clId="{31AEA7F6-A627-4963-B628-67B52CFD0B31}" dt="2025-11-03T21:12:06.181" v="364" actId="18676"/>
        <pc:sldMkLst>
          <pc:docMk/>
          <pc:sldMk cId="907880103" sldId="2147479646"/>
        </pc:sldMkLst>
      </pc:sldChg>
      <pc:sldChg chg="mod modShow">
        <pc:chgData name="Shigeyuki Fukushima" userId="f58042c2-1724-492a-a8b2-a742d1773c63" providerId="ADAL" clId="{31AEA7F6-A627-4963-B628-67B52CFD0B31}" dt="2025-11-03T21:06:11.402" v="322" actId="729"/>
        <pc:sldMkLst>
          <pc:docMk/>
          <pc:sldMk cId="1243936543" sldId="2147479647"/>
        </pc:sldMkLst>
      </pc:sldChg>
      <pc:sldChg chg="del">
        <pc:chgData name="Shigeyuki Fukushima" userId="f58042c2-1724-492a-a8b2-a742d1773c63" providerId="ADAL" clId="{31AEA7F6-A627-4963-B628-67B52CFD0B31}" dt="2025-11-03T21:12:10.689" v="365" actId="18676"/>
        <pc:sldMkLst>
          <pc:docMk/>
          <pc:sldMk cId="2650167785" sldId="2147479648"/>
        </pc:sldMkLst>
      </pc:sldChg>
      <pc:sldChg chg="mod modShow">
        <pc:chgData name="Shigeyuki Fukushima" userId="f58042c2-1724-492a-a8b2-a742d1773c63" providerId="ADAL" clId="{31AEA7F6-A627-4963-B628-67B52CFD0B31}" dt="2025-11-03T21:06:11.402" v="322" actId="729"/>
        <pc:sldMkLst>
          <pc:docMk/>
          <pc:sldMk cId="69673175" sldId="2147479650"/>
        </pc:sldMkLst>
      </pc:sldChg>
      <pc:sldChg chg="mod modShow">
        <pc:chgData name="Shigeyuki Fukushima" userId="f58042c2-1724-492a-a8b2-a742d1773c63" providerId="ADAL" clId="{31AEA7F6-A627-4963-B628-67B52CFD0B31}" dt="2025-11-03T21:06:11.402" v="322" actId="729"/>
        <pc:sldMkLst>
          <pc:docMk/>
          <pc:sldMk cId="3425028541" sldId="2147479651"/>
        </pc:sldMkLst>
      </pc:sldChg>
      <pc:sldChg chg="mod modShow">
        <pc:chgData name="Shigeyuki Fukushima" userId="f58042c2-1724-492a-a8b2-a742d1773c63" providerId="ADAL" clId="{31AEA7F6-A627-4963-B628-67B52CFD0B31}" dt="2025-11-03T21:06:11.402" v="322" actId="729"/>
        <pc:sldMkLst>
          <pc:docMk/>
          <pc:sldMk cId="1845206828" sldId="2147479652"/>
        </pc:sldMkLst>
      </pc:sldChg>
      <pc:sldChg chg="mod modShow">
        <pc:chgData name="Shigeyuki Fukushima" userId="f58042c2-1724-492a-a8b2-a742d1773c63" providerId="ADAL" clId="{31AEA7F6-A627-4963-B628-67B52CFD0B31}" dt="2025-11-03T21:06:11.402" v="322" actId="729"/>
        <pc:sldMkLst>
          <pc:docMk/>
          <pc:sldMk cId="2100346014" sldId="2147479653"/>
        </pc:sldMkLst>
      </pc:sldChg>
      <pc:sldChg chg="mod modShow">
        <pc:chgData name="Shigeyuki Fukushima" userId="f58042c2-1724-492a-a8b2-a742d1773c63" providerId="ADAL" clId="{31AEA7F6-A627-4963-B628-67B52CFD0B31}" dt="2025-11-03T21:06:11.402" v="322" actId="729"/>
        <pc:sldMkLst>
          <pc:docMk/>
          <pc:sldMk cId="3589892492" sldId="2147479654"/>
        </pc:sldMkLst>
      </pc:sldChg>
      <pc:sldChg chg="del">
        <pc:chgData name="Shigeyuki Fukushima" userId="f58042c2-1724-492a-a8b2-a742d1773c63" providerId="ADAL" clId="{31AEA7F6-A627-4963-B628-67B52CFD0B31}" dt="2025-11-03T21:12:10.689" v="365" actId="18676"/>
        <pc:sldMkLst>
          <pc:docMk/>
          <pc:sldMk cId="2066370366" sldId="2147479655"/>
        </pc:sldMkLst>
      </pc:sldChg>
      <pc:sldChg chg="del">
        <pc:chgData name="Shigeyuki Fukushima" userId="f58042c2-1724-492a-a8b2-a742d1773c63" providerId="ADAL" clId="{31AEA7F6-A627-4963-B628-67B52CFD0B31}" dt="2025-11-03T21:12:10.689" v="365" actId="18676"/>
        <pc:sldMkLst>
          <pc:docMk/>
          <pc:sldMk cId="1282757892" sldId="2147479656"/>
        </pc:sldMkLst>
      </pc:sldChg>
      <pc:sldChg chg="del">
        <pc:chgData name="Shigeyuki Fukushima" userId="f58042c2-1724-492a-a8b2-a742d1773c63" providerId="ADAL" clId="{31AEA7F6-A627-4963-B628-67B52CFD0B31}" dt="2025-11-03T21:12:10.689" v="365" actId="18676"/>
        <pc:sldMkLst>
          <pc:docMk/>
          <pc:sldMk cId="1841266336" sldId="2147479657"/>
        </pc:sldMkLst>
      </pc:sldChg>
      <pc:sldChg chg="del">
        <pc:chgData name="Shigeyuki Fukushima" userId="f58042c2-1724-492a-a8b2-a742d1773c63" providerId="ADAL" clId="{31AEA7F6-A627-4963-B628-67B52CFD0B31}" dt="2025-11-03T21:12:10.689" v="365" actId="18676"/>
        <pc:sldMkLst>
          <pc:docMk/>
          <pc:sldMk cId="3777654710" sldId="2147479658"/>
        </pc:sldMkLst>
      </pc:sldChg>
      <pc:sldChg chg="del">
        <pc:chgData name="Shigeyuki Fukushima" userId="f58042c2-1724-492a-a8b2-a742d1773c63" providerId="ADAL" clId="{31AEA7F6-A627-4963-B628-67B52CFD0B31}" dt="2025-11-03T21:12:10.689" v="365" actId="18676"/>
        <pc:sldMkLst>
          <pc:docMk/>
          <pc:sldMk cId="647406403" sldId="2147479659"/>
        </pc:sldMkLst>
      </pc:sldChg>
      <pc:sldChg chg="del">
        <pc:chgData name="Shigeyuki Fukushima" userId="f58042c2-1724-492a-a8b2-a742d1773c63" providerId="ADAL" clId="{31AEA7F6-A627-4963-B628-67B52CFD0B31}" dt="2025-11-03T21:12:10.689" v="365" actId="18676"/>
        <pc:sldMkLst>
          <pc:docMk/>
          <pc:sldMk cId="2899846969" sldId="2147479660"/>
        </pc:sldMkLst>
      </pc:sldChg>
      <pc:sldChg chg="del">
        <pc:chgData name="Shigeyuki Fukushima" userId="f58042c2-1724-492a-a8b2-a742d1773c63" providerId="ADAL" clId="{31AEA7F6-A627-4963-B628-67B52CFD0B31}" dt="2025-11-03T21:10:39.198" v="350" actId="47"/>
        <pc:sldMkLst>
          <pc:docMk/>
          <pc:sldMk cId="3586721301" sldId="2147479661"/>
        </pc:sldMkLst>
      </pc:sldChg>
      <pc:sldChg chg="del">
        <pc:chgData name="Shigeyuki Fukushima" userId="f58042c2-1724-492a-a8b2-a742d1773c63" providerId="ADAL" clId="{31AEA7F6-A627-4963-B628-67B52CFD0B31}" dt="2025-11-03T21:12:43.483" v="370" actId="18676"/>
        <pc:sldMkLst>
          <pc:docMk/>
          <pc:sldMk cId="632270898" sldId="2147479662"/>
        </pc:sldMkLst>
      </pc:sldChg>
      <pc:sldChg chg="del">
        <pc:chgData name="Shigeyuki Fukushima" userId="f58042c2-1724-492a-a8b2-a742d1773c63" providerId="ADAL" clId="{31AEA7F6-A627-4963-B628-67B52CFD0B31}" dt="2025-11-03T21:12:47.206" v="371" actId="18676"/>
        <pc:sldMkLst>
          <pc:docMk/>
          <pc:sldMk cId="1653973671" sldId="2147479663"/>
        </pc:sldMkLst>
      </pc:sldChg>
      <pc:sldChg chg="del">
        <pc:chgData name="Shigeyuki Fukushima" userId="f58042c2-1724-492a-a8b2-a742d1773c63" providerId="ADAL" clId="{31AEA7F6-A627-4963-B628-67B52CFD0B31}" dt="2025-11-03T21:12:47.206" v="371" actId="18676"/>
        <pc:sldMkLst>
          <pc:docMk/>
          <pc:sldMk cId="2929244154" sldId="2147479664"/>
        </pc:sldMkLst>
      </pc:sldChg>
      <pc:sldChg chg="del">
        <pc:chgData name="Shigeyuki Fukushima" userId="f58042c2-1724-492a-a8b2-a742d1773c63" providerId="ADAL" clId="{31AEA7F6-A627-4963-B628-67B52CFD0B31}" dt="2025-11-03T21:12:47.206" v="371" actId="18676"/>
        <pc:sldMkLst>
          <pc:docMk/>
          <pc:sldMk cId="2908182450" sldId="2147479665"/>
        </pc:sldMkLst>
      </pc:sldChg>
      <pc:sldChg chg="del">
        <pc:chgData name="Shigeyuki Fukushima" userId="f58042c2-1724-492a-a8b2-a742d1773c63" providerId="ADAL" clId="{31AEA7F6-A627-4963-B628-67B52CFD0B31}" dt="2025-11-03T21:12:47.206" v="371" actId="18676"/>
        <pc:sldMkLst>
          <pc:docMk/>
          <pc:sldMk cId="1944090889" sldId="2147479666"/>
        </pc:sldMkLst>
      </pc:sldChg>
      <pc:sldChg chg="del">
        <pc:chgData name="Shigeyuki Fukushima" userId="f58042c2-1724-492a-a8b2-a742d1773c63" providerId="ADAL" clId="{31AEA7F6-A627-4963-B628-67B52CFD0B31}" dt="2025-11-03T21:12:47.206" v="371" actId="18676"/>
        <pc:sldMkLst>
          <pc:docMk/>
          <pc:sldMk cId="430052613" sldId="2147479667"/>
        </pc:sldMkLst>
      </pc:sldChg>
      <pc:sldChg chg="del">
        <pc:chgData name="Shigeyuki Fukushima" userId="f58042c2-1724-492a-a8b2-a742d1773c63" providerId="ADAL" clId="{31AEA7F6-A627-4963-B628-67B52CFD0B31}" dt="2025-11-03T21:12:47.206" v="371" actId="18676"/>
        <pc:sldMkLst>
          <pc:docMk/>
          <pc:sldMk cId="4094735272" sldId="2147479668"/>
        </pc:sldMkLst>
      </pc:sldChg>
      <pc:sldChg chg="del">
        <pc:chgData name="Shigeyuki Fukushima" userId="f58042c2-1724-492a-a8b2-a742d1773c63" providerId="ADAL" clId="{31AEA7F6-A627-4963-B628-67B52CFD0B31}" dt="2025-11-03T21:12:47.206" v="371" actId="18676"/>
        <pc:sldMkLst>
          <pc:docMk/>
          <pc:sldMk cId="2554902498" sldId="2147479669"/>
        </pc:sldMkLst>
      </pc:sldChg>
      <pc:sldChg chg="del">
        <pc:chgData name="Shigeyuki Fukushima" userId="f58042c2-1724-492a-a8b2-a742d1773c63" providerId="ADAL" clId="{31AEA7F6-A627-4963-B628-67B52CFD0B31}" dt="2025-11-03T21:12:47.206" v="371" actId="18676"/>
        <pc:sldMkLst>
          <pc:docMk/>
          <pc:sldMk cId="1761480428" sldId="2147479670"/>
        </pc:sldMkLst>
      </pc:sldChg>
      <pc:sldChg chg="del">
        <pc:chgData name="Shigeyuki Fukushima" userId="f58042c2-1724-492a-a8b2-a742d1773c63" providerId="ADAL" clId="{31AEA7F6-A627-4963-B628-67B52CFD0B31}" dt="2025-11-03T21:12:47.206" v="371" actId="18676"/>
        <pc:sldMkLst>
          <pc:docMk/>
          <pc:sldMk cId="3586387821" sldId="2147479671"/>
        </pc:sldMkLst>
      </pc:sldChg>
      <pc:sldChg chg="del">
        <pc:chgData name="Shigeyuki Fukushima" userId="f58042c2-1724-492a-a8b2-a742d1773c63" providerId="ADAL" clId="{31AEA7F6-A627-4963-B628-67B52CFD0B31}" dt="2025-11-03T21:12:49.575" v="372" actId="18676"/>
        <pc:sldMkLst>
          <pc:docMk/>
          <pc:sldMk cId="1382365548" sldId="2147479672"/>
        </pc:sldMkLst>
      </pc:sldChg>
      <pc:sldChg chg="del">
        <pc:chgData name="Shigeyuki Fukushima" userId="f58042c2-1724-492a-a8b2-a742d1773c63" providerId="ADAL" clId="{31AEA7F6-A627-4963-B628-67B52CFD0B31}" dt="2025-11-03T21:12:49.575" v="372" actId="18676"/>
        <pc:sldMkLst>
          <pc:docMk/>
          <pc:sldMk cId="2011976757" sldId="2147479673"/>
        </pc:sldMkLst>
      </pc:sldChg>
      <pc:sldChg chg="del">
        <pc:chgData name="Shigeyuki Fukushima" userId="f58042c2-1724-492a-a8b2-a742d1773c63" providerId="ADAL" clId="{31AEA7F6-A627-4963-B628-67B52CFD0B31}" dt="2025-11-03T21:12:49.575" v="372" actId="18676"/>
        <pc:sldMkLst>
          <pc:docMk/>
          <pc:sldMk cId="4173798734" sldId="2147479674"/>
        </pc:sldMkLst>
      </pc:sldChg>
      <pc:sldChg chg="del">
        <pc:chgData name="Shigeyuki Fukushima" userId="f58042c2-1724-492a-a8b2-a742d1773c63" providerId="ADAL" clId="{31AEA7F6-A627-4963-B628-67B52CFD0B31}" dt="2025-11-03T21:12:49.575" v="372" actId="18676"/>
        <pc:sldMkLst>
          <pc:docMk/>
          <pc:sldMk cId="3013211480" sldId="2147479675"/>
        </pc:sldMkLst>
      </pc:sldChg>
      <pc:sldChg chg="del">
        <pc:chgData name="Shigeyuki Fukushima" userId="f58042c2-1724-492a-a8b2-a742d1773c63" providerId="ADAL" clId="{31AEA7F6-A627-4963-B628-67B52CFD0B31}" dt="2025-11-03T21:12:49.575" v="372" actId="18676"/>
        <pc:sldMkLst>
          <pc:docMk/>
          <pc:sldMk cId="2547053108" sldId="2147479676"/>
        </pc:sldMkLst>
      </pc:sldChg>
      <pc:sldChg chg="del">
        <pc:chgData name="Shigeyuki Fukushima" userId="f58042c2-1724-492a-a8b2-a742d1773c63" providerId="ADAL" clId="{31AEA7F6-A627-4963-B628-67B52CFD0B31}" dt="2025-11-03T21:12:49.575" v="372" actId="18676"/>
        <pc:sldMkLst>
          <pc:docMk/>
          <pc:sldMk cId="3280189515" sldId="2147479677"/>
        </pc:sldMkLst>
      </pc:sldChg>
      <pc:sldChg chg="del">
        <pc:chgData name="Shigeyuki Fukushima" userId="f58042c2-1724-492a-a8b2-a742d1773c63" providerId="ADAL" clId="{31AEA7F6-A627-4963-B628-67B52CFD0B31}" dt="2025-11-03T21:12:49.575" v="372" actId="18676"/>
        <pc:sldMkLst>
          <pc:docMk/>
          <pc:sldMk cId="4240107735" sldId="2147479678"/>
        </pc:sldMkLst>
      </pc:sldChg>
      <pc:sldChg chg="del">
        <pc:chgData name="Shigeyuki Fukushima" userId="f58042c2-1724-492a-a8b2-a742d1773c63" providerId="ADAL" clId="{31AEA7F6-A627-4963-B628-67B52CFD0B31}" dt="2025-11-03T21:12:49.575" v="372" actId="18676"/>
        <pc:sldMkLst>
          <pc:docMk/>
          <pc:sldMk cId="2133713983" sldId="2147479679"/>
        </pc:sldMkLst>
      </pc:sldChg>
      <pc:sldChg chg="del">
        <pc:chgData name="Shigeyuki Fukushima" userId="f58042c2-1724-492a-a8b2-a742d1773c63" providerId="ADAL" clId="{31AEA7F6-A627-4963-B628-67B52CFD0B31}" dt="2025-11-03T21:12:49.575" v="372" actId="18676"/>
        <pc:sldMkLst>
          <pc:docMk/>
          <pc:sldMk cId="2075131997" sldId="2147479680"/>
        </pc:sldMkLst>
      </pc:sldChg>
      <pc:sldChg chg="del">
        <pc:chgData name="Shigeyuki Fukushima" userId="f58042c2-1724-492a-a8b2-a742d1773c63" providerId="ADAL" clId="{31AEA7F6-A627-4963-B628-67B52CFD0B31}" dt="2025-11-03T21:13:02.038" v="374" actId="18676"/>
        <pc:sldMkLst>
          <pc:docMk/>
          <pc:sldMk cId="1555586987" sldId="2147479681"/>
        </pc:sldMkLst>
      </pc:sldChg>
      <pc:sldChg chg="del">
        <pc:chgData name="Shigeyuki Fukushima" userId="f58042c2-1724-492a-a8b2-a742d1773c63" providerId="ADAL" clId="{31AEA7F6-A627-4963-B628-67B52CFD0B31}" dt="2025-11-03T21:13:02.038" v="374" actId="18676"/>
        <pc:sldMkLst>
          <pc:docMk/>
          <pc:sldMk cId="2777593808" sldId="2147479682"/>
        </pc:sldMkLst>
      </pc:sldChg>
      <pc:sldChg chg="del">
        <pc:chgData name="Shigeyuki Fukushima" userId="f58042c2-1724-492a-a8b2-a742d1773c63" providerId="ADAL" clId="{31AEA7F6-A627-4963-B628-67B52CFD0B31}" dt="2025-11-03T21:13:02.038" v="374" actId="18676"/>
        <pc:sldMkLst>
          <pc:docMk/>
          <pc:sldMk cId="1103708792" sldId="2147479683"/>
        </pc:sldMkLst>
      </pc:sldChg>
      <pc:sldChg chg="del">
        <pc:chgData name="Shigeyuki Fukushima" userId="f58042c2-1724-492a-a8b2-a742d1773c63" providerId="ADAL" clId="{31AEA7F6-A627-4963-B628-67B52CFD0B31}" dt="2025-11-03T21:13:02.038" v="374" actId="18676"/>
        <pc:sldMkLst>
          <pc:docMk/>
          <pc:sldMk cId="480537547" sldId="2147479684"/>
        </pc:sldMkLst>
      </pc:sldChg>
      <pc:sldChg chg="del">
        <pc:chgData name="Shigeyuki Fukushima" userId="f58042c2-1724-492a-a8b2-a742d1773c63" providerId="ADAL" clId="{31AEA7F6-A627-4963-B628-67B52CFD0B31}" dt="2025-11-03T21:13:02.038" v="374" actId="18676"/>
        <pc:sldMkLst>
          <pc:docMk/>
          <pc:sldMk cId="2616010496" sldId="2147479685"/>
        </pc:sldMkLst>
      </pc:sldChg>
      <pc:sldChg chg="del">
        <pc:chgData name="Shigeyuki Fukushima" userId="f58042c2-1724-492a-a8b2-a742d1773c63" providerId="ADAL" clId="{31AEA7F6-A627-4963-B628-67B52CFD0B31}" dt="2025-11-03T21:13:02.038" v="374" actId="18676"/>
        <pc:sldMkLst>
          <pc:docMk/>
          <pc:sldMk cId="1778024300" sldId="2147479686"/>
        </pc:sldMkLst>
      </pc:sldChg>
      <pc:sldChg chg="del">
        <pc:chgData name="Shigeyuki Fukushima" userId="f58042c2-1724-492a-a8b2-a742d1773c63" providerId="ADAL" clId="{31AEA7F6-A627-4963-B628-67B52CFD0B31}" dt="2025-11-03T21:13:02.038" v="374" actId="18676"/>
        <pc:sldMkLst>
          <pc:docMk/>
          <pc:sldMk cId="771989447" sldId="2147479687"/>
        </pc:sldMkLst>
      </pc:sldChg>
      <pc:sldChg chg="del">
        <pc:chgData name="Shigeyuki Fukushima" userId="f58042c2-1724-492a-a8b2-a742d1773c63" providerId="ADAL" clId="{31AEA7F6-A627-4963-B628-67B52CFD0B31}" dt="2025-11-03T21:13:02.038" v="374" actId="18676"/>
        <pc:sldMkLst>
          <pc:docMk/>
          <pc:sldMk cId="2071695375" sldId="2147479688"/>
        </pc:sldMkLst>
      </pc:sldChg>
      <pc:sldChg chg="del">
        <pc:chgData name="Shigeyuki Fukushima" userId="f58042c2-1724-492a-a8b2-a742d1773c63" providerId="ADAL" clId="{31AEA7F6-A627-4963-B628-67B52CFD0B31}" dt="2025-11-03T21:13:02.038" v="374" actId="18676"/>
        <pc:sldMkLst>
          <pc:docMk/>
          <pc:sldMk cId="566865249" sldId="2147479689"/>
        </pc:sldMkLst>
      </pc:sldChg>
      <pc:sldChg chg="del">
        <pc:chgData name="Shigeyuki Fukushima" userId="f58042c2-1724-492a-a8b2-a742d1773c63" providerId="ADAL" clId="{31AEA7F6-A627-4963-B628-67B52CFD0B31}" dt="2025-11-03T21:12:57.692" v="373" actId="18676"/>
        <pc:sldMkLst>
          <pc:docMk/>
          <pc:sldMk cId="1477378060" sldId="2147479690"/>
        </pc:sldMkLst>
      </pc:sldChg>
      <pc:sldChg chg="del">
        <pc:chgData name="Shigeyuki Fukushima" userId="f58042c2-1724-492a-a8b2-a742d1773c63" providerId="ADAL" clId="{31AEA7F6-A627-4963-B628-67B52CFD0B31}" dt="2025-11-03T21:12:57.692" v="373" actId="18676"/>
        <pc:sldMkLst>
          <pc:docMk/>
          <pc:sldMk cId="2154483442" sldId="2147479691"/>
        </pc:sldMkLst>
      </pc:sldChg>
      <pc:sldChg chg="del">
        <pc:chgData name="Shigeyuki Fukushima" userId="f58042c2-1724-492a-a8b2-a742d1773c63" providerId="ADAL" clId="{31AEA7F6-A627-4963-B628-67B52CFD0B31}" dt="2025-11-03T21:12:57.692" v="373" actId="18676"/>
        <pc:sldMkLst>
          <pc:docMk/>
          <pc:sldMk cId="236657137" sldId="2147479692"/>
        </pc:sldMkLst>
      </pc:sldChg>
      <pc:sldChg chg="del">
        <pc:chgData name="Shigeyuki Fukushima" userId="f58042c2-1724-492a-a8b2-a742d1773c63" providerId="ADAL" clId="{31AEA7F6-A627-4963-B628-67B52CFD0B31}" dt="2025-11-03T21:12:57.692" v="373" actId="18676"/>
        <pc:sldMkLst>
          <pc:docMk/>
          <pc:sldMk cId="477529668" sldId="2147479693"/>
        </pc:sldMkLst>
      </pc:sldChg>
      <pc:sldChg chg="del">
        <pc:chgData name="Shigeyuki Fukushima" userId="f58042c2-1724-492a-a8b2-a742d1773c63" providerId="ADAL" clId="{31AEA7F6-A627-4963-B628-67B52CFD0B31}" dt="2025-11-03T21:12:57.692" v="373" actId="18676"/>
        <pc:sldMkLst>
          <pc:docMk/>
          <pc:sldMk cId="2081271559" sldId="2147479694"/>
        </pc:sldMkLst>
      </pc:sldChg>
      <pc:sldChg chg="del">
        <pc:chgData name="Shigeyuki Fukushima" userId="f58042c2-1724-492a-a8b2-a742d1773c63" providerId="ADAL" clId="{31AEA7F6-A627-4963-B628-67B52CFD0B31}" dt="2025-11-03T21:12:57.692" v="373" actId="18676"/>
        <pc:sldMkLst>
          <pc:docMk/>
          <pc:sldMk cId="2939841873" sldId="2147479695"/>
        </pc:sldMkLst>
      </pc:sldChg>
      <pc:sldChg chg="del">
        <pc:chgData name="Shigeyuki Fukushima" userId="f58042c2-1724-492a-a8b2-a742d1773c63" providerId="ADAL" clId="{31AEA7F6-A627-4963-B628-67B52CFD0B31}" dt="2025-11-03T21:12:57.692" v="373" actId="18676"/>
        <pc:sldMkLst>
          <pc:docMk/>
          <pc:sldMk cId="1458625216" sldId="2147479696"/>
        </pc:sldMkLst>
      </pc:sldChg>
      <pc:sldChg chg="del">
        <pc:chgData name="Shigeyuki Fukushima" userId="f58042c2-1724-492a-a8b2-a742d1773c63" providerId="ADAL" clId="{31AEA7F6-A627-4963-B628-67B52CFD0B31}" dt="2025-11-03T21:12:57.692" v="373" actId="18676"/>
        <pc:sldMkLst>
          <pc:docMk/>
          <pc:sldMk cId="2191780005" sldId="2147479697"/>
        </pc:sldMkLst>
      </pc:sldChg>
      <pc:sldChg chg="del">
        <pc:chgData name="Shigeyuki Fukushima" userId="f58042c2-1724-492a-a8b2-a742d1773c63" providerId="ADAL" clId="{31AEA7F6-A627-4963-B628-67B52CFD0B31}" dt="2025-11-03T21:12:57.692" v="373" actId="18676"/>
        <pc:sldMkLst>
          <pc:docMk/>
          <pc:sldMk cId="199056861" sldId="2147479698"/>
        </pc:sldMkLst>
      </pc:sldChg>
      <pc:sldChg chg="del">
        <pc:chgData name="Shigeyuki Fukushima" userId="f58042c2-1724-492a-a8b2-a742d1773c63" providerId="ADAL" clId="{31AEA7F6-A627-4963-B628-67B52CFD0B31}" dt="2025-11-03T21:13:06.703" v="377" actId="18676"/>
        <pc:sldMkLst>
          <pc:docMk/>
          <pc:sldMk cId="1950713141" sldId="2147479699"/>
        </pc:sldMkLst>
      </pc:sldChg>
      <pc:sldChg chg="del">
        <pc:chgData name="Shigeyuki Fukushima" userId="f58042c2-1724-492a-a8b2-a742d1773c63" providerId="ADAL" clId="{31AEA7F6-A627-4963-B628-67B52CFD0B31}" dt="2025-11-03T21:13:06.703" v="377" actId="18676"/>
        <pc:sldMkLst>
          <pc:docMk/>
          <pc:sldMk cId="4228233008" sldId="2147479700"/>
        </pc:sldMkLst>
      </pc:sldChg>
      <pc:sldChg chg="del">
        <pc:chgData name="Shigeyuki Fukushima" userId="f58042c2-1724-492a-a8b2-a742d1773c63" providerId="ADAL" clId="{31AEA7F6-A627-4963-B628-67B52CFD0B31}" dt="2025-11-03T21:13:06.703" v="377" actId="18676"/>
        <pc:sldMkLst>
          <pc:docMk/>
          <pc:sldMk cId="930847509" sldId="2147479701"/>
        </pc:sldMkLst>
      </pc:sldChg>
      <pc:sldChg chg="del">
        <pc:chgData name="Shigeyuki Fukushima" userId="f58042c2-1724-492a-a8b2-a742d1773c63" providerId="ADAL" clId="{31AEA7F6-A627-4963-B628-67B52CFD0B31}" dt="2025-11-03T21:13:06.703" v="377" actId="18676"/>
        <pc:sldMkLst>
          <pc:docMk/>
          <pc:sldMk cId="1043705545" sldId="2147479702"/>
        </pc:sldMkLst>
      </pc:sldChg>
      <pc:sldChg chg="del">
        <pc:chgData name="Shigeyuki Fukushima" userId="f58042c2-1724-492a-a8b2-a742d1773c63" providerId="ADAL" clId="{31AEA7F6-A627-4963-B628-67B52CFD0B31}" dt="2025-11-03T21:13:06.703" v="377" actId="18676"/>
        <pc:sldMkLst>
          <pc:docMk/>
          <pc:sldMk cId="3529044720" sldId="2147479703"/>
        </pc:sldMkLst>
      </pc:sldChg>
      <pc:sldChg chg="del">
        <pc:chgData name="Shigeyuki Fukushima" userId="f58042c2-1724-492a-a8b2-a742d1773c63" providerId="ADAL" clId="{31AEA7F6-A627-4963-B628-67B52CFD0B31}" dt="2025-11-03T21:13:06.703" v="377" actId="18676"/>
        <pc:sldMkLst>
          <pc:docMk/>
          <pc:sldMk cId="1798014596" sldId="2147479704"/>
        </pc:sldMkLst>
      </pc:sldChg>
      <pc:sldChg chg="del">
        <pc:chgData name="Shigeyuki Fukushima" userId="f58042c2-1724-492a-a8b2-a742d1773c63" providerId="ADAL" clId="{31AEA7F6-A627-4963-B628-67B52CFD0B31}" dt="2025-11-03T21:13:06.703" v="377" actId="18676"/>
        <pc:sldMkLst>
          <pc:docMk/>
          <pc:sldMk cId="160529439" sldId="2147479705"/>
        </pc:sldMkLst>
      </pc:sldChg>
      <pc:sldChg chg="del">
        <pc:chgData name="Shigeyuki Fukushima" userId="f58042c2-1724-492a-a8b2-a742d1773c63" providerId="ADAL" clId="{31AEA7F6-A627-4963-B628-67B52CFD0B31}" dt="2025-11-03T21:13:06.703" v="377" actId="18676"/>
        <pc:sldMkLst>
          <pc:docMk/>
          <pc:sldMk cId="783284055" sldId="2147479706"/>
        </pc:sldMkLst>
      </pc:sldChg>
      <pc:sldChg chg="del">
        <pc:chgData name="Shigeyuki Fukushima" userId="f58042c2-1724-492a-a8b2-a742d1773c63" providerId="ADAL" clId="{31AEA7F6-A627-4963-B628-67B52CFD0B31}" dt="2025-11-03T21:13:06.703" v="377" actId="18676"/>
        <pc:sldMkLst>
          <pc:docMk/>
          <pc:sldMk cId="1527829380" sldId="2147479707"/>
        </pc:sldMkLst>
      </pc:sldChg>
      <pc:sldChg chg="del">
        <pc:chgData name="Shigeyuki Fukushima" userId="f58042c2-1724-492a-a8b2-a742d1773c63" providerId="ADAL" clId="{31AEA7F6-A627-4963-B628-67B52CFD0B31}" dt="2025-11-03T21:13:12.864" v="378" actId="18676"/>
        <pc:sldMkLst>
          <pc:docMk/>
          <pc:sldMk cId="346838453" sldId="2147479708"/>
        </pc:sldMkLst>
      </pc:sldChg>
      <pc:sldChg chg="del">
        <pc:chgData name="Shigeyuki Fukushima" userId="f58042c2-1724-492a-a8b2-a742d1773c63" providerId="ADAL" clId="{31AEA7F6-A627-4963-B628-67B52CFD0B31}" dt="2025-11-03T21:13:12.864" v="378" actId="18676"/>
        <pc:sldMkLst>
          <pc:docMk/>
          <pc:sldMk cId="91716043" sldId="2147479709"/>
        </pc:sldMkLst>
      </pc:sldChg>
      <pc:sldChg chg="del">
        <pc:chgData name="Shigeyuki Fukushima" userId="f58042c2-1724-492a-a8b2-a742d1773c63" providerId="ADAL" clId="{31AEA7F6-A627-4963-B628-67B52CFD0B31}" dt="2025-11-03T21:13:12.864" v="378" actId="18676"/>
        <pc:sldMkLst>
          <pc:docMk/>
          <pc:sldMk cId="2925855127" sldId="2147479710"/>
        </pc:sldMkLst>
      </pc:sldChg>
      <pc:sldChg chg="del">
        <pc:chgData name="Shigeyuki Fukushima" userId="f58042c2-1724-492a-a8b2-a742d1773c63" providerId="ADAL" clId="{31AEA7F6-A627-4963-B628-67B52CFD0B31}" dt="2025-11-03T21:13:12.864" v="378" actId="18676"/>
        <pc:sldMkLst>
          <pc:docMk/>
          <pc:sldMk cId="824558344" sldId="2147479711"/>
        </pc:sldMkLst>
      </pc:sldChg>
      <pc:sldChg chg="del">
        <pc:chgData name="Shigeyuki Fukushima" userId="f58042c2-1724-492a-a8b2-a742d1773c63" providerId="ADAL" clId="{31AEA7F6-A627-4963-B628-67B52CFD0B31}" dt="2025-11-03T21:13:12.864" v="378" actId="18676"/>
        <pc:sldMkLst>
          <pc:docMk/>
          <pc:sldMk cId="956212900" sldId="2147479712"/>
        </pc:sldMkLst>
      </pc:sldChg>
      <pc:sldChg chg="del">
        <pc:chgData name="Shigeyuki Fukushima" userId="f58042c2-1724-492a-a8b2-a742d1773c63" providerId="ADAL" clId="{31AEA7F6-A627-4963-B628-67B52CFD0B31}" dt="2025-11-03T21:13:15.489" v="379" actId="18676"/>
        <pc:sldMkLst>
          <pc:docMk/>
          <pc:sldMk cId="9335934" sldId="2147479713"/>
        </pc:sldMkLst>
      </pc:sldChg>
      <pc:sldChg chg="del">
        <pc:chgData name="Shigeyuki Fukushima" userId="f58042c2-1724-492a-a8b2-a742d1773c63" providerId="ADAL" clId="{31AEA7F6-A627-4963-B628-67B52CFD0B31}" dt="2025-11-03T21:13:15.489" v="379" actId="18676"/>
        <pc:sldMkLst>
          <pc:docMk/>
          <pc:sldMk cId="4207928356" sldId="2147479714"/>
        </pc:sldMkLst>
      </pc:sldChg>
      <pc:sldChg chg="del">
        <pc:chgData name="Shigeyuki Fukushima" userId="f58042c2-1724-492a-a8b2-a742d1773c63" providerId="ADAL" clId="{31AEA7F6-A627-4963-B628-67B52CFD0B31}" dt="2025-11-03T21:13:15.489" v="379" actId="18676"/>
        <pc:sldMkLst>
          <pc:docMk/>
          <pc:sldMk cId="3602735148" sldId="2147479715"/>
        </pc:sldMkLst>
      </pc:sldChg>
      <pc:sldChg chg="del">
        <pc:chgData name="Shigeyuki Fukushima" userId="f58042c2-1724-492a-a8b2-a742d1773c63" providerId="ADAL" clId="{31AEA7F6-A627-4963-B628-67B52CFD0B31}" dt="2025-11-03T21:13:15.489" v="379" actId="18676"/>
        <pc:sldMkLst>
          <pc:docMk/>
          <pc:sldMk cId="3150973515" sldId="2147479716"/>
        </pc:sldMkLst>
      </pc:sldChg>
      <pc:sldChg chg="del">
        <pc:chgData name="Shigeyuki Fukushima" userId="f58042c2-1724-492a-a8b2-a742d1773c63" providerId="ADAL" clId="{31AEA7F6-A627-4963-B628-67B52CFD0B31}" dt="2025-11-03T21:13:15.489" v="379" actId="18676"/>
        <pc:sldMkLst>
          <pc:docMk/>
          <pc:sldMk cId="3206566111" sldId="2147479717"/>
        </pc:sldMkLst>
      </pc:sldChg>
      <pc:sldChg chg="del">
        <pc:chgData name="Shigeyuki Fukushima" userId="f58042c2-1724-492a-a8b2-a742d1773c63" providerId="ADAL" clId="{31AEA7F6-A627-4963-B628-67B52CFD0B31}" dt="2025-11-03T21:13:15.489" v="379" actId="18676"/>
        <pc:sldMkLst>
          <pc:docMk/>
          <pc:sldMk cId="3247079395" sldId="2147479718"/>
        </pc:sldMkLst>
      </pc:sldChg>
      <pc:sldChg chg="del">
        <pc:chgData name="Shigeyuki Fukushima" userId="f58042c2-1724-492a-a8b2-a742d1773c63" providerId="ADAL" clId="{31AEA7F6-A627-4963-B628-67B52CFD0B31}" dt="2025-11-03T21:13:15.489" v="379" actId="18676"/>
        <pc:sldMkLst>
          <pc:docMk/>
          <pc:sldMk cId="2706135208" sldId="2147479719"/>
        </pc:sldMkLst>
      </pc:sldChg>
      <pc:sldChg chg="del">
        <pc:chgData name="Shigeyuki Fukushima" userId="f58042c2-1724-492a-a8b2-a742d1773c63" providerId="ADAL" clId="{31AEA7F6-A627-4963-B628-67B52CFD0B31}" dt="2025-11-03T21:13:15.489" v="379" actId="18676"/>
        <pc:sldMkLst>
          <pc:docMk/>
          <pc:sldMk cId="3322964762" sldId="2147479720"/>
        </pc:sldMkLst>
      </pc:sldChg>
      <pc:sldChg chg="del">
        <pc:chgData name="Shigeyuki Fukushima" userId="f58042c2-1724-492a-a8b2-a742d1773c63" providerId="ADAL" clId="{31AEA7F6-A627-4963-B628-67B52CFD0B31}" dt="2025-11-03T21:13:15.489" v="379" actId="18676"/>
        <pc:sldMkLst>
          <pc:docMk/>
          <pc:sldMk cId="4135082121" sldId="2147479721"/>
        </pc:sldMkLst>
      </pc:sldChg>
      <pc:sldChg chg="del">
        <pc:chgData name="Shigeyuki Fukushima" userId="f58042c2-1724-492a-a8b2-a742d1773c63" providerId="ADAL" clId="{31AEA7F6-A627-4963-B628-67B52CFD0B31}" dt="2025-11-03T21:13:15.489" v="379" actId="18676"/>
        <pc:sldMkLst>
          <pc:docMk/>
          <pc:sldMk cId="554527274" sldId="2147479722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43092767" sldId="2147479723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1480697635" sldId="2147479724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3034647808" sldId="2147479725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1493331693" sldId="2147479726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4004526032" sldId="2147479727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3916913554" sldId="2147479728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588029589" sldId="2147479729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3978887711" sldId="2147479730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2208817958" sldId="2147479731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1720988446" sldId="2147479732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3536604569" sldId="2147479733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3569528348" sldId="2147479734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2633457913" sldId="2147479735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1776996312" sldId="2147479736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269209266" sldId="2147479737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3494457935" sldId="2147479738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3976947028" sldId="2147479739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1677528282" sldId="2147479740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1501650371" sldId="2147479741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3831099317" sldId="2147479742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4035978763" sldId="2147479743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907347169" sldId="2147479744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4025969557" sldId="2147479745"/>
        </pc:sldMkLst>
      </pc:sldChg>
      <pc:sldChg chg="del">
        <pc:chgData name="Shigeyuki Fukushima" userId="f58042c2-1724-492a-a8b2-a742d1773c63" providerId="ADAL" clId="{31AEA7F6-A627-4963-B628-67B52CFD0B31}" dt="2025-11-03T21:13:17.819" v="380" actId="18676"/>
        <pc:sldMkLst>
          <pc:docMk/>
          <pc:sldMk cId="790087367" sldId="2147479746"/>
        </pc:sldMkLst>
      </pc:sldChg>
      <pc:sldChg chg="addSp delSp modSp add mod chgLayout">
        <pc:chgData name="Shigeyuki Fukushima" userId="f58042c2-1724-492a-a8b2-a742d1773c63" providerId="ADAL" clId="{31AEA7F6-A627-4963-B628-67B52CFD0B31}" dt="2025-11-03T21:11:58.889" v="362" actId="6264"/>
        <pc:sldMkLst>
          <pc:docMk/>
          <pc:sldMk cId="1548111847" sldId="2147479747"/>
        </pc:sldMkLst>
        <pc:spChg chg="del">
          <ac:chgData name="Shigeyuki Fukushima" userId="f58042c2-1724-492a-a8b2-a742d1773c63" providerId="ADAL" clId="{31AEA7F6-A627-4963-B628-67B52CFD0B31}" dt="2025-11-03T21:11:46.947" v="358" actId="478"/>
          <ac:spMkLst>
            <pc:docMk/>
            <pc:sldMk cId="1548111847" sldId="2147479747"/>
            <ac:spMk id="2" creationId="{35106F79-1E89-5C5D-8875-FCD19A383025}"/>
          </ac:spMkLst>
        </pc:spChg>
        <pc:spChg chg="add mod ord">
          <ac:chgData name="Shigeyuki Fukushima" userId="f58042c2-1724-492a-a8b2-a742d1773c63" providerId="ADAL" clId="{31AEA7F6-A627-4963-B628-67B52CFD0B31}" dt="2025-11-03T21:11:58.889" v="362" actId="6264"/>
          <ac:spMkLst>
            <pc:docMk/>
            <pc:sldMk cId="1548111847" sldId="2147479747"/>
            <ac:spMk id="4" creationId="{74298D37-8EF4-C363-CC27-DD01C6B0BDC1}"/>
          </ac:spMkLst>
        </pc:spChg>
        <pc:spChg chg="del">
          <ac:chgData name="Shigeyuki Fukushima" userId="f58042c2-1724-492a-a8b2-a742d1773c63" providerId="ADAL" clId="{31AEA7F6-A627-4963-B628-67B52CFD0B31}" dt="2025-11-03T21:11:49.935" v="359" actId="478"/>
          <ac:spMkLst>
            <pc:docMk/>
            <pc:sldMk cId="1548111847" sldId="2147479747"/>
            <ac:spMk id="5" creationId="{29E57D63-6ABF-B664-8684-1E41F1EA1E83}"/>
          </ac:spMkLst>
        </pc:spChg>
        <pc:spChg chg="del mod">
          <ac:chgData name="Shigeyuki Fukushima" userId="f58042c2-1724-492a-a8b2-a742d1773c63" providerId="ADAL" clId="{31AEA7F6-A627-4963-B628-67B52CFD0B31}" dt="2025-11-03T21:11:58.889" v="362" actId="6264"/>
          <ac:spMkLst>
            <pc:docMk/>
            <pc:sldMk cId="1548111847" sldId="2147479747"/>
            <ac:spMk id="6" creationId="{4C4BA987-0015-06A7-A311-086B36355B9A}"/>
          </ac:spMkLst>
        </pc:spChg>
        <pc:spChg chg="add mod ord">
          <ac:chgData name="Shigeyuki Fukushima" userId="f58042c2-1724-492a-a8b2-a742d1773c63" providerId="ADAL" clId="{31AEA7F6-A627-4963-B628-67B52CFD0B31}" dt="2025-11-03T21:11:58.889" v="362" actId="6264"/>
          <ac:spMkLst>
            <pc:docMk/>
            <pc:sldMk cId="1548111847" sldId="2147479747"/>
            <ac:spMk id="7" creationId="{E7C2176F-E6B2-2A6B-5B7E-FE4CADDA88DC}"/>
          </ac:spMkLst>
        </pc:spChg>
        <pc:spChg chg="del mod">
          <ac:chgData name="Shigeyuki Fukushima" userId="f58042c2-1724-492a-a8b2-a742d1773c63" providerId="ADAL" clId="{31AEA7F6-A627-4963-B628-67B52CFD0B31}" dt="2025-11-03T21:11:58.889" v="362" actId="6264"/>
          <ac:spMkLst>
            <pc:docMk/>
            <pc:sldMk cId="1548111847" sldId="2147479747"/>
            <ac:spMk id="17" creationId="{00E9FE28-1A2F-EB4C-714B-C0BB3BD837FD}"/>
          </ac:spMkLst>
        </pc:spChg>
        <pc:picChg chg="del">
          <ac:chgData name="Shigeyuki Fukushima" userId="f58042c2-1724-492a-a8b2-a742d1773c63" providerId="ADAL" clId="{31AEA7F6-A627-4963-B628-67B52CFD0B31}" dt="2025-11-03T21:11:46.947" v="358" actId="478"/>
          <ac:picMkLst>
            <pc:docMk/>
            <pc:sldMk cId="1548111847" sldId="2147479747"/>
            <ac:picMk id="3" creationId="{C0BBCC11-BAA2-E81D-EA9A-DA60612D3D3C}"/>
          </ac:picMkLst>
        </pc:picChg>
      </pc:sldChg>
      <pc:sldChg chg="addSp delSp modSp new mod modClrScheme chgLayout">
        <pc:chgData name="Shigeyuki Fukushima" userId="f58042c2-1724-492a-a8b2-a742d1773c63" providerId="ADAL" clId="{31AEA7F6-A627-4963-B628-67B52CFD0B31}" dt="2025-11-03T21:12:36.222" v="369" actId="700"/>
        <pc:sldMkLst>
          <pc:docMk/>
          <pc:sldMk cId="4133502928" sldId="2147479748"/>
        </pc:sldMkLst>
        <pc:spChg chg="del mod ord">
          <ac:chgData name="Shigeyuki Fukushima" userId="f58042c2-1724-492a-a8b2-a742d1773c63" providerId="ADAL" clId="{31AEA7F6-A627-4963-B628-67B52CFD0B31}" dt="2025-11-03T21:12:36.222" v="369" actId="700"/>
          <ac:spMkLst>
            <pc:docMk/>
            <pc:sldMk cId="4133502928" sldId="2147479748"/>
            <ac:spMk id="2" creationId="{B79E68FF-CF3C-175D-25E1-2E13ED31A7D4}"/>
          </ac:spMkLst>
        </pc:spChg>
        <pc:spChg chg="del mod ord">
          <ac:chgData name="Shigeyuki Fukushima" userId="f58042c2-1724-492a-a8b2-a742d1773c63" providerId="ADAL" clId="{31AEA7F6-A627-4963-B628-67B52CFD0B31}" dt="2025-11-03T21:12:36.222" v="369" actId="700"/>
          <ac:spMkLst>
            <pc:docMk/>
            <pc:sldMk cId="4133502928" sldId="2147479748"/>
            <ac:spMk id="3" creationId="{64BAD8CE-5523-BB56-D733-A75FF23999F5}"/>
          </ac:spMkLst>
        </pc:spChg>
        <pc:spChg chg="add mod ord">
          <ac:chgData name="Shigeyuki Fukushima" userId="f58042c2-1724-492a-a8b2-a742d1773c63" providerId="ADAL" clId="{31AEA7F6-A627-4963-B628-67B52CFD0B31}" dt="2025-11-03T21:12:36.222" v="369" actId="700"/>
          <ac:spMkLst>
            <pc:docMk/>
            <pc:sldMk cId="4133502928" sldId="2147479748"/>
            <ac:spMk id="4" creationId="{BEEEDF5A-1E1D-032C-2F7C-E8DF19C0F88E}"/>
          </ac:spMkLst>
        </pc:spChg>
        <pc:spChg chg="add mod ord">
          <ac:chgData name="Shigeyuki Fukushima" userId="f58042c2-1724-492a-a8b2-a742d1773c63" providerId="ADAL" clId="{31AEA7F6-A627-4963-B628-67B52CFD0B31}" dt="2025-11-03T21:12:36.222" v="369" actId="700"/>
          <ac:spMkLst>
            <pc:docMk/>
            <pc:sldMk cId="4133502928" sldId="2147479748"/>
            <ac:spMk id="5" creationId="{796F3C9A-257F-3315-24A4-D932F2E204BF}"/>
          </ac:spMkLst>
        </pc:spChg>
        <pc:spChg chg="add mod ord">
          <ac:chgData name="Shigeyuki Fukushima" userId="f58042c2-1724-492a-a8b2-a742d1773c63" providerId="ADAL" clId="{31AEA7F6-A627-4963-B628-67B52CFD0B31}" dt="2025-11-03T21:12:36.222" v="369" actId="700"/>
          <ac:spMkLst>
            <pc:docMk/>
            <pc:sldMk cId="4133502928" sldId="2147479748"/>
            <ac:spMk id="6" creationId="{F3D58525-A645-46B4-AE07-CF70A6AB90A9}"/>
          </ac:spMkLst>
        </pc:spChg>
      </pc:sldChg>
      <pc:sldChg chg="new">
        <pc:chgData name="Shigeyuki Fukushima" userId="f58042c2-1724-492a-a8b2-a742d1773c63" providerId="ADAL" clId="{31AEA7F6-A627-4963-B628-67B52CFD0B31}" dt="2025-11-03T21:13:48.293" v="388" actId="680"/>
        <pc:sldMkLst>
          <pc:docMk/>
          <pc:sldMk cId="283664868" sldId="2147479749"/>
        </pc:sldMkLst>
      </pc:sldChg>
      <pc:sldChg chg="new del">
        <pc:chgData name="Shigeyuki Fukushima" userId="f58042c2-1724-492a-a8b2-a742d1773c63" providerId="ADAL" clId="{31AEA7F6-A627-4963-B628-67B52CFD0B31}" dt="2025-11-03T21:13:04.218" v="376" actId="47"/>
        <pc:sldMkLst>
          <pc:docMk/>
          <pc:sldMk cId="1297172375" sldId="2147479749"/>
        </pc:sldMkLst>
      </pc:sldChg>
      <pc:sldMasterChg chg="addSp modSp mod modSldLayout sldLayoutOrd">
        <pc:chgData name="Shigeyuki Fukushima" userId="f58042c2-1724-492a-a8b2-a742d1773c63" providerId="ADAL" clId="{31AEA7F6-A627-4963-B628-67B52CFD0B31}" dt="2025-11-03T21:28:34.530" v="439"/>
        <pc:sldMasterMkLst>
          <pc:docMk/>
          <pc:sldMasterMk cId="3418689686" sldId="2147485447"/>
        </pc:sldMasterMkLst>
        <pc:spChg chg="mod">
          <ac:chgData name="Shigeyuki Fukushima" userId="f58042c2-1724-492a-a8b2-a742d1773c63" providerId="ADAL" clId="{31AEA7F6-A627-4963-B628-67B52CFD0B31}" dt="2025-11-03T21:27:00.882" v="397" actId="553"/>
          <ac:spMkLst>
            <pc:docMk/>
            <pc:sldMasterMk cId="3418689686" sldId="2147485447"/>
            <ac:spMk id="2" creationId="{00000000-0000-0000-0000-000000000000}"/>
          </ac:spMkLst>
        </pc:spChg>
        <pc:spChg chg="add mod">
          <ac:chgData name="Shigeyuki Fukushima" userId="f58042c2-1724-492a-a8b2-a742d1773c63" providerId="ADAL" clId="{31AEA7F6-A627-4963-B628-67B52CFD0B31}" dt="2025-11-03T21:03:37.389" v="309" actId="1038"/>
          <ac:spMkLst>
            <pc:docMk/>
            <pc:sldMasterMk cId="3418689686" sldId="2147485447"/>
            <ac:spMk id="5" creationId="{B7781568-1A45-2B51-A043-1162BEF0A8B1}"/>
          </ac:spMkLst>
        </pc:spChg>
        <pc:spChg chg="add mod">
          <ac:chgData name="Shigeyuki Fukushima" userId="f58042c2-1724-492a-a8b2-a742d1773c63" providerId="ADAL" clId="{31AEA7F6-A627-4963-B628-67B52CFD0B31}" dt="2025-11-03T21:03:37.389" v="309" actId="1038"/>
          <ac:spMkLst>
            <pc:docMk/>
            <pc:sldMasterMk cId="3418689686" sldId="2147485447"/>
            <ac:spMk id="6" creationId="{4D6B1711-6C96-F436-B584-482F1DAF116A}"/>
          </ac:spMkLst>
        </pc:spChg>
        <pc:spChg chg="mod">
          <ac:chgData name="Shigeyuki Fukushima" userId="f58042c2-1724-492a-a8b2-a742d1773c63" providerId="ADAL" clId="{31AEA7F6-A627-4963-B628-67B52CFD0B31}" dt="2025-11-03T21:27:21.842" v="422" actId="404"/>
          <ac:spMkLst>
            <pc:docMk/>
            <pc:sldMasterMk cId="3418689686" sldId="2147485447"/>
            <ac:spMk id="36" creationId="{BE667A40-2A0F-8745-6E48-C97E2A44D9C4}"/>
          </ac:spMkLst>
        </pc:spChg>
        <pc:spChg chg="mod">
          <ac:chgData name="Shigeyuki Fukushima" userId="f58042c2-1724-492a-a8b2-a742d1773c63" providerId="ADAL" clId="{31AEA7F6-A627-4963-B628-67B52CFD0B31}" dt="2025-11-03T21:27:21.842" v="422" actId="404"/>
          <ac:spMkLst>
            <pc:docMk/>
            <pc:sldMasterMk cId="3418689686" sldId="2147485447"/>
            <ac:spMk id="37" creationId="{55BA411D-EDCA-A9CB-996D-814D71254412}"/>
          </ac:spMkLst>
        </pc:spChg>
        <pc:grpChg chg="add mod">
          <ac:chgData name="Shigeyuki Fukushima" userId="f58042c2-1724-492a-a8b2-a742d1773c63" providerId="ADAL" clId="{31AEA7F6-A627-4963-B628-67B52CFD0B31}" dt="2025-11-03T21:03:45.100" v="313" actId="1038"/>
          <ac:grpSpMkLst>
            <pc:docMk/>
            <pc:sldMasterMk cId="3418689686" sldId="2147485447"/>
            <ac:grpSpMk id="34" creationId="{15747F58-7391-194C-A368-2D435F3BCC58}"/>
          </ac:grpSpMkLst>
        </pc:grpChg>
        <pc:cxnChg chg="add mod">
          <ac:chgData name="Shigeyuki Fukushima" userId="f58042c2-1724-492a-a8b2-a742d1773c63" providerId="ADAL" clId="{31AEA7F6-A627-4963-B628-67B52CFD0B31}" dt="2025-11-03T21:03:37.389" v="309" actId="1038"/>
          <ac:cxnSpMkLst>
            <pc:docMk/>
            <pc:sldMasterMk cId="3418689686" sldId="2147485447"/>
            <ac:cxnSpMk id="8" creationId="{A5C5BCAD-87CD-9943-5F16-212AD2FD50B6}"/>
          </ac:cxnSpMkLst>
        </pc:cxnChg>
        <pc:sldLayoutChg chg="addSp modSp">
          <pc:chgData name="Shigeyuki Fukushima" userId="f58042c2-1724-492a-a8b2-a742d1773c63" providerId="ADAL" clId="{31AEA7F6-A627-4963-B628-67B52CFD0B31}" dt="2025-11-03T21:27:35.912" v="424"/>
          <pc:sldLayoutMkLst>
            <pc:docMk/>
            <pc:sldMasterMk cId="3418689686" sldId="2147485447"/>
            <pc:sldLayoutMk cId="3224827369" sldId="2147485452"/>
          </pc:sldLayoutMkLst>
          <pc:spChg chg="add mod">
            <ac:chgData name="Shigeyuki Fukushima" userId="f58042c2-1724-492a-a8b2-a742d1773c63" providerId="ADAL" clId="{31AEA7F6-A627-4963-B628-67B52CFD0B31}" dt="2025-11-03T21:27:35.912" v="424"/>
            <ac:spMkLst>
              <pc:docMk/>
              <pc:sldMasterMk cId="3418689686" sldId="2147485447"/>
              <pc:sldLayoutMk cId="3224827369" sldId="2147485452"/>
              <ac:spMk id="3" creationId="{7D817737-EF9C-A8DF-CCCD-9341412F1174}"/>
            </ac:spMkLst>
          </pc:spChg>
          <pc:spChg chg="add mod">
            <ac:chgData name="Shigeyuki Fukushima" userId="f58042c2-1724-492a-a8b2-a742d1773c63" providerId="ADAL" clId="{31AEA7F6-A627-4963-B628-67B52CFD0B31}" dt="2025-11-03T21:27:35.912" v="424"/>
            <ac:spMkLst>
              <pc:docMk/>
              <pc:sldMasterMk cId="3418689686" sldId="2147485447"/>
              <pc:sldLayoutMk cId="3224827369" sldId="2147485452"/>
              <ac:spMk id="5" creationId="{4C49EECB-F4A1-A50A-5070-54504F95705B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27:39.115" v="425"/>
          <pc:sldLayoutMkLst>
            <pc:docMk/>
            <pc:sldMasterMk cId="3418689686" sldId="2147485447"/>
            <pc:sldLayoutMk cId="1796579812" sldId="2147485453"/>
          </pc:sldLayoutMkLst>
          <pc:spChg chg="add mod">
            <ac:chgData name="Shigeyuki Fukushima" userId="f58042c2-1724-492a-a8b2-a742d1773c63" providerId="ADAL" clId="{31AEA7F6-A627-4963-B628-67B52CFD0B31}" dt="2025-11-03T21:27:39.115" v="425"/>
            <ac:spMkLst>
              <pc:docMk/>
              <pc:sldMasterMk cId="3418689686" sldId="2147485447"/>
              <pc:sldLayoutMk cId="1796579812" sldId="2147485453"/>
              <ac:spMk id="2" creationId="{56A8ED39-3C33-0BE0-8516-F843C313CDF6}"/>
            </ac:spMkLst>
          </pc:spChg>
          <pc:spChg chg="add mod">
            <ac:chgData name="Shigeyuki Fukushima" userId="f58042c2-1724-492a-a8b2-a742d1773c63" providerId="ADAL" clId="{31AEA7F6-A627-4963-B628-67B52CFD0B31}" dt="2025-11-03T21:27:39.115" v="425"/>
            <ac:spMkLst>
              <pc:docMk/>
              <pc:sldMasterMk cId="3418689686" sldId="2147485447"/>
              <pc:sldLayoutMk cId="1796579812" sldId="2147485453"/>
              <ac:spMk id="3" creationId="{676E0596-FDA3-27E1-93A1-C672D6BC34BA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27:40.989" v="426"/>
          <pc:sldLayoutMkLst>
            <pc:docMk/>
            <pc:sldMasterMk cId="3418689686" sldId="2147485447"/>
            <pc:sldLayoutMk cId="1630914654" sldId="2147485454"/>
          </pc:sldLayoutMkLst>
          <pc:spChg chg="add mod">
            <ac:chgData name="Shigeyuki Fukushima" userId="f58042c2-1724-492a-a8b2-a742d1773c63" providerId="ADAL" clId="{31AEA7F6-A627-4963-B628-67B52CFD0B31}" dt="2025-11-03T21:27:40.989" v="426"/>
            <ac:spMkLst>
              <pc:docMk/>
              <pc:sldMasterMk cId="3418689686" sldId="2147485447"/>
              <pc:sldLayoutMk cId="1630914654" sldId="2147485454"/>
              <ac:spMk id="3" creationId="{A828AB45-76B5-4B36-2713-6DBF44C0FF68}"/>
            </ac:spMkLst>
          </pc:spChg>
          <pc:spChg chg="add mod">
            <ac:chgData name="Shigeyuki Fukushima" userId="f58042c2-1724-492a-a8b2-a742d1773c63" providerId="ADAL" clId="{31AEA7F6-A627-4963-B628-67B52CFD0B31}" dt="2025-11-03T21:27:40.989" v="426"/>
            <ac:spMkLst>
              <pc:docMk/>
              <pc:sldMasterMk cId="3418689686" sldId="2147485447"/>
              <pc:sldLayoutMk cId="1630914654" sldId="2147485454"/>
              <ac:spMk id="4" creationId="{E1AA444C-CF4F-7623-FAB2-B2DD4040F095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27:44.994" v="427"/>
          <pc:sldLayoutMkLst>
            <pc:docMk/>
            <pc:sldMasterMk cId="3418689686" sldId="2147485447"/>
            <pc:sldLayoutMk cId="3676242141" sldId="2147485455"/>
          </pc:sldLayoutMkLst>
          <pc:spChg chg="add mod">
            <ac:chgData name="Shigeyuki Fukushima" userId="f58042c2-1724-492a-a8b2-a742d1773c63" providerId="ADAL" clId="{31AEA7F6-A627-4963-B628-67B52CFD0B31}" dt="2025-11-03T21:27:44.994" v="427"/>
            <ac:spMkLst>
              <pc:docMk/>
              <pc:sldMasterMk cId="3418689686" sldId="2147485447"/>
              <pc:sldLayoutMk cId="3676242141" sldId="2147485455"/>
              <ac:spMk id="3" creationId="{77C54DCE-0C83-CC2E-0B1C-B1AEC8496223}"/>
            </ac:spMkLst>
          </pc:spChg>
          <pc:spChg chg="add mod">
            <ac:chgData name="Shigeyuki Fukushima" userId="f58042c2-1724-492a-a8b2-a742d1773c63" providerId="ADAL" clId="{31AEA7F6-A627-4963-B628-67B52CFD0B31}" dt="2025-11-03T21:27:44.994" v="427"/>
            <ac:spMkLst>
              <pc:docMk/>
              <pc:sldMasterMk cId="3418689686" sldId="2147485447"/>
              <pc:sldLayoutMk cId="3676242141" sldId="2147485455"/>
              <ac:spMk id="5" creationId="{7DD8D905-B141-B129-0D69-48BDFF6EB318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27:47.372" v="428"/>
          <pc:sldLayoutMkLst>
            <pc:docMk/>
            <pc:sldMasterMk cId="3418689686" sldId="2147485447"/>
            <pc:sldLayoutMk cId="3886131084" sldId="2147485456"/>
          </pc:sldLayoutMkLst>
          <pc:spChg chg="add mod">
            <ac:chgData name="Shigeyuki Fukushima" userId="f58042c2-1724-492a-a8b2-a742d1773c63" providerId="ADAL" clId="{31AEA7F6-A627-4963-B628-67B52CFD0B31}" dt="2025-11-03T21:27:47.372" v="428"/>
            <ac:spMkLst>
              <pc:docMk/>
              <pc:sldMasterMk cId="3418689686" sldId="2147485447"/>
              <pc:sldLayoutMk cId="3886131084" sldId="2147485456"/>
              <ac:spMk id="3" creationId="{2870F9A1-569E-ED96-D5E2-06164E3611E7}"/>
            </ac:spMkLst>
          </pc:spChg>
          <pc:spChg chg="add mod">
            <ac:chgData name="Shigeyuki Fukushima" userId="f58042c2-1724-492a-a8b2-a742d1773c63" providerId="ADAL" clId="{31AEA7F6-A627-4963-B628-67B52CFD0B31}" dt="2025-11-03T21:27:47.372" v="428"/>
            <ac:spMkLst>
              <pc:docMk/>
              <pc:sldMasterMk cId="3418689686" sldId="2147485447"/>
              <pc:sldLayoutMk cId="3886131084" sldId="2147485456"/>
              <ac:spMk id="4" creationId="{251A6F07-0A5E-F44F-4C55-969A0719C720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28:16.229" v="435"/>
          <pc:sldLayoutMkLst>
            <pc:docMk/>
            <pc:sldMasterMk cId="3418689686" sldId="2147485447"/>
            <pc:sldLayoutMk cId="1656897228" sldId="2147485457"/>
          </pc:sldLayoutMkLst>
          <pc:spChg chg="add mod">
            <ac:chgData name="Shigeyuki Fukushima" userId="f58042c2-1724-492a-a8b2-a742d1773c63" providerId="ADAL" clId="{31AEA7F6-A627-4963-B628-67B52CFD0B31}" dt="2025-11-03T21:28:16.229" v="435"/>
            <ac:spMkLst>
              <pc:docMk/>
              <pc:sldMasterMk cId="3418689686" sldId="2147485447"/>
              <pc:sldLayoutMk cId="1656897228" sldId="2147485457"/>
              <ac:spMk id="4" creationId="{42845330-A87F-1BDE-87C0-352D72A706D8}"/>
            </ac:spMkLst>
          </pc:spChg>
          <pc:spChg chg="add mod">
            <ac:chgData name="Shigeyuki Fukushima" userId="f58042c2-1724-492a-a8b2-a742d1773c63" providerId="ADAL" clId="{31AEA7F6-A627-4963-B628-67B52CFD0B31}" dt="2025-11-03T21:28:16.229" v="435"/>
            <ac:spMkLst>
              <pc:docMk/>
              <pc:sldMasterMk cId="3418689686" sldId="2147485447"/>
              <pc:sldLayoutMk cId="1656897228" sldId="2147485457"/>
              <ac:spMk id="5" creationId="{F513937C-81B1-71FD-9AE2-CD57D362C9AA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28:13.673" v="434"/>
          <pc:sldLayoutMkLst>
            <pc:docMk/>
            <pc:sldMasterMk cId="3418689686" sldId="2147485447"/>
            <pc:sldLayoutMk cId="3077113435" sldId="2147485458"/>
          </pc:sldLayoutMkLst>
          <pc:spChg chg="add mod">
            <ac:chgData name="Shigeyuki Fukushima" userId="f58042c2-1724-492a-a8b2-a742d1773c63" providerId="ADAL" clId="{31AEA7F6-A627-4963-B628-67B52CFD0B31}" dt="2025-11-03T21:28:13.673" v="434"/>
            <ac:spMkLst>
              <pc:docMk/>
              <pc:sldMasterMk cId="3418689686" sldId="2147485447"/>
              <pc:sldLayoutMk cId="3077113435" sldId="2147485458"/>
              <ac:spMk id="2" creationId="{24447048-4AB2-8C50-B0D7-1E9AB8ABDC01}"/>
            </ac:spMkLst>
          </pc:spChg>
          <pc:spChg chg="add mod">
            <ac:chgData name="Shigeyuki Fukushima" userId="f58042c2-1724-492a-a8b2-a742d1773c63" providerId="ADAL" clId="{31AEA7F6-A627-4963-B628-67B52CFD0B31}" dt="2025-11-03T21:28:13.673" v="434"/>
            <ac:spMkLst>
              <pc:docMk/>
              <pc:sldMasterMk cId="3418689686" sldId="2147485447"/>
              <pc:sldLayoutMk cId="3077113435" sldId="2147485458"/>
              <ac:spMk id="4" creationId="{E52FC757-7FDB-E4DD-CA72-F9A5ABD60B99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28:26.670" v="436"/>
          <pc:sldLayoutMkLst>
            <pc:docMk/>
            <pc:sldMasterMk cId="3418689686" sldId="2147485447"/>
            <pc:sldLayoutMk cId="1045265676" sldId="2147485459"/>
          </pc:sldLayoutMkLst>
          <pc:spChg chg="add mod">
            <ac:chgData name="Shigeyuki Fukushima" userId="f58042c2-1724-492a-a8b2-a742d1773c63" providerId="ADAL" clId="{31AEA7F6-A627-4963-B628-67B52CFD0B31}" dt="2025-11-03T21:28:26.670" v="436"/>
            <ac:spMkLst>
              <pc:docMk/>
              <pc:sldMasterMk cId="3418689686" sldId="2147485447"/>
              <pc:sldLayoutMk cId="1045265676" sldId="2147485459"/>
              <ac:spMk id="2" creationId="{E4756957-A9B8-753B-B54E-7AED10CC43D9}"/>
            </ac:spMkLst>
          </pc:spChg>
          <pc:spChg chg="add mod">
            <ac:chgData name="Shigeyuki Fukushima" userId="f58042c2-1724-492a-a8b2-a742d1773c63" providerId="ADAL" clId="{31AEA7F6-A627-4963-B628-67B52CFD0B31}" dt="2025-11-03T21:28:26.670" v="436"/>
            <ac:spMkLst>
              <pc:docMk/>
              <pc:sldMasterMk cId="3418689686" sldId="2147485447"/>
              <pc:sldLayoutMk cId="1045265676" sldId="2147485459"/>
              <ac:spMk id="4" creationId="{752DF0DE-B0D6-4CC6-B372-84017B2A3403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28:28.934" v="437"/>
          <pc:sldLayoutMkLst>
            <pc:docMk/>
            <pc:sldMasterMk cId="3418689686" sldId="2147485447"/>
            <pc:sldLayoutMk cId="580324421" sldId="2147485460"/>
          </pc:sldLayoutMkLst>
          <pc:spChg chg="add mod">
            <ac:chgData name="Shigeyuki Fukushima" userId="f58042c2-1724-492a-a8b2-a742d1773c63" providerId="ADAL" clId="{31AEA7F6-A627-4963-B628-67B52CFD0B31}" dt="2025-11-03T21:28:28.934" v="437"/>
            <ac:spMkLst>
              <pc:docMk/>
              <pc:sldMasterMk cId="3418689686" sldId="2147485447"/>
              <pc:sldLayoutMk cId="580324421" sldId="2147485460"/>
              <ac:spMk id="2" creationId="{0925AED6-05FD-6AC3-6F4B-E4A39C818BAE}"/>
            </ac:spMkLst>
          </pc:spChg>
          <pc:spChg chg="add mod">
            <ac:chgData name="Shigeyuki Fukushima" userId="f58042c2-1724-492a-a8b2-a742d1773c63" providerId="ADAL" clId="{31AEA7F6-A627-4963-B628-67B52CFD0B31}" dt="2025-11-03T21:28:28.934" v="437"/>
            <ac:spMkLst>
              <pc:docMk/>
              <pc:sldMasterMk cId="3418689686" sldId="2147485447"/>
              <pc:sldLayoutMk cId="580324421" sldId="2147485460"/>
              <ac:spMk id="4" creationId="{9B3554C2-F320-B17E-6A44-10B6DFF8BA84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28:32.222" v="438"/>
          <pc:sldLayoutMkLst>
            <pc:docMk/>
            <pc:sldMasterMk cId="3418689686" sldId="2147485447"/>
            <pc:sldLayoutMk cId="2103172527" sldId="2147485461"/>
          </pc:sldLayoutMkLst>
          <pc:spChg chg="add mod">
            <ac:chgData name="Shigeyuki Fukushima" userId="f58042c2-1724-492a-a8b2-a742d1773c63" providerId="ADAL" clId="{31AEA7F6-A627-4963-B628-67B52CFD0B31}" dt="2025-11-03T21:28:32.222" v="438"/>
            <ac:spMkLst>
              <pc:docMk/>
              <pc:sldMasterMk cId="3418689686" sldId="2147485447"/>
              <pc:sldLayoutMk cId="2103172527" sldId="2147485461"/>
              <ac:spMk id="3" creationId="{A8C4900B-908E-835B-94E4-2FF59B325876}"/>
            </ac:spMkLst>
          </pc:spChg>
          <pc:spChg chg="add mod">
            <ac:chgData name="Shigeyuki Fukushima" userId="f58042c2-1724-492a-a8b2-a742d1773c63" providerId="ADAL" clId="{31AEA7F6-A627-4963-B628-67B52CFD0B31}" dt="2025-11-03T21:28:32.222" v="438"/>
            <ac:spMkLst>
              <pc:docMk/>
              <pc:sldMasterMk cId="3418689686" sldId="2147485447"/>
              <pc:sldLayoutMk cId="2103172527" sldId="2147485461"/>
              <ac:spMk id="4" creationId="{57080C1D-0877-ED8D-47A6-31913C273813}"/>
            </ac:spMkLst>
          </pc:spChg>
        </pc:sldLayoutChg>
        <pc:sldLayoutChg chg="addSp modSp ord">
          <pc:chgData name="Shigeyuki Fukushima" userId="f58042c2-1724-492a-a8b2-a742d1773c63" providerId="ADAL" clId="{31AEA7F6-A627-4963-B628-67B52CFD0B31}" dt="2025-11-03T21:28:11.518" v="433" actId="20578"/>
          <pc:sldLayoutMkLst>
            <pc:docMk/>
            <pc:sldMasterMk cId="3418689686" sldId="2147485447"/>
            <pc:sldLayoutMk cId="2801096839" sldId="2147485503"/>
          </pc:sldLayoutMkLst>
          <pc:spChg chg="add mod">
            <ac:chgData name="Shigeyuki Fukushima" userId="f58042c2-1724-492a-a8b2-a742d1773c63" providerId="ADAL" clId="{31AEA7F6-A627-4963-B628-67B52CFD0B31}" dt="2025-11-03T21:27:33.206" v="423"/>
            <ac:spMkLst>
              <pc:docMk/>
              <pc:sldMasterMk cId="3418689686" sldId="2147485447"/>
              <pc:sldLayoutMk cId="2801096839" sldId="2147485503"/>
              <ac:spMk id="11" creationId="{CB8D4877-580D-84C7-0250-F57004E0BD35}"/>
            </ac:spMkLst>
          </pc:spChg>
          <pc:spChg chg="add mod">
            <ac:chgData name="Shigeyuki Fukushima" userId="f58042c2-1724-492a-a8b2-a742d1773c63" providerId="ADAL" clId="{31AEA7F6-A627-4963-B628-67B52CFD0B31}" dt="2025-11-03T21:27:33.206" v="423"/>
            <ac:spMkLst>
              <pc:docMk/>
              <pc:sldMasterMk cId="3418689686" sldId="2147485447"/>
              <pc:sldLayoutMk cId="2801096839" sldId="2147485503"/>
              <ac:spMk id="12" creationId="{0EF08A3B-9973-0D55-D103-E8AAC17045AF}"/>
            </ac:spMkLst>
          </pc:spChg>
        </pc:sldLayoutChg>
        <pc:sldLayoutChg chg="addSp delSp modSp mod">
          <pc:chgData name="Shigeyuki Fukushima" userId="f58042c2-1724-492a-a8b2-a742d1773c63" providerId="ADAL" clId="{31AEA7F6-A627-4963-B628-67B52CFD0B31}" dt="2025-11-03T21:07:56.845" v="331"/>
          <pc:sldLayoutMkLst>
            <pc:docMk/>
            <pc:sldMasterMk cId="3418689686" sldId="2147485447"/>
            <pc:sldLayoutMk cId="1913746246" sldId="2147485512"/>
          </pc:sldLayoutMkLst>
          <pc:spChg chg="del">
            <ac:chgData name="Shigeyuki Fukushima" userId="f58042c2-1724-492a-a8b2-a742d1773c63" providerId="ADAL" clId="{31AEA7F6-A627-4963-B628-67B52CFD0B31}" dt="2025-11-03T21:07:56.471" v="330" actId="478"/>
            <ac:spMkLst>
              <pc:docMk/>
              <pc:sldMasterMk cId="3418689686" sldId="2147485447"/>
              <pc:sldLayoutMk cId="1913746246" sldId="2147485512"/>
              <ac:spMk id="3" creationId="{35B3A7C5-E9E3-EC2A-7935-B716A89413F5}"/>
            </ac:spMkLst>
          </pc:spChg>
          <pc:spChg chg="add mod">
            <ac:chgData name="Shigeyuki Fukushima" userId="f58042c2-1724-492a-a8b2-a742d1773c63" providerId="ADAL" clId="{31AEA7F6-A627-4963-B628-67B52CFD0B31}" dt="2025-11-03T21:07:56.845" v="331"/>
            <ac:spMkLst>
              <pc:docMk/>
              <pc:sldMasterMk cId="3418689686" sldId="2147485447"/>
              <pc:sldLayoutMk cId="1913746246" sldId="2147485512"/>
              <ac:spMk id="4" creationId="{CF4EEF76-6EEC-7ADA-93BF-5B24F5A380EE}"/>
            </ac:spMkLst>
          </pc:spChg>
          <pc:spChg chg="add mod">
            <ac:chgData name="Shigeyuki Fukushima" userId="f58042c2-1724-492a-a8b2-a742d1773c63" providerId="ADAL" clId="{31AEA7F6-A627-4963-B628-67B52CFD0B31}" dt="2025-11-03T21:07:56.845" v="331"/>
            <ac:spMkLst>
              <pc:docMk/>
              <pc:sldMasterMk cId="3418689686" sldId="2147485447"/>
              <pc:sldLayoutMk cId="1913746246" sldId="2147485512"/>
              <ac:spMk id="5" creationId="{301F534C-ECFD-17FC-CFFC-F47890E51223}"/>
            </ac:spMkLst>
          </pc:spChg>
        </pc:sldLayoutChg>
        <pc:sldLayoutChg chg="addSp delSp modSp mod">
          <pc:chgData name="Shigeyuki Fukushima" userId="f58042c2-1724-492a-a8b2-a742d1773c63" providerId="ADAL" clId="{31AEA7F6-A627-4963-B628-67B52CFD0B31}" dt="2025-11-03T21:08:01.380" v="334"/>
          <pc:sldLayoutMkLst>
            <pc:docMk/>
            <pc:sldMasterMk cId="3418689686" sldId="2147485447"/>
            <pc:sldLayoutMk cId="2779023752" sldId="2147485542"/>
          </pc:sldLayoutMkLst>
          <pc:spChg chg="del mod">
            <ac:chgData name="Shigeyuki Fukushima" userId="f58042c2-1724-492a-a8b2-a742d1773c63" providerId="ADAL" clId="{31AEA7F6-A627-4963-B628-67B52CFD0B31}" dt="2025-11-03T21:08:01.016" v="333" actId="478"/>
            <ac:spMkLst>
              <pc:docMk/>
              <pc:sldMasterMk cId="3418689686" sldId="2147485447"/>
              <pc:sldLayoutMk cId="2779023752" sldId="2147485542"/>
              <ac:spMk id="3" creationId="{35B3A7C5-E9E3-EC2A-7935-B716A89413F5}"/>
            </ac:spMkLst>
          </pc:spChg>
          <pc:spChg chg="add mod">
            <ac:chgData name="Shigeyuki Fukushima" userId="f58042c2-1724-492a-a8b2-a742d1773c63" providerId="ADAL" clId="{31AEA7F6-A627-4963-B628-67B52CFD0B31}" dt="2025-11-03T21:08:01.380" v="334"/>
            <ac:spMkLst>
              <pc:docMk/>
              <pc:sldMasterMk cId="3418689686" sldId="2147485447"/>
              <pc:sldLayoutMk cId="2779023752" sldId="2147485542"/>
              <ac:spMk id="4" creationId="{54360137-F141-97F9-F55D-27F834FE91CA}"/>
            </ac:spMkLst>
          </pc:spChg>
          <pc:spChg chg="add mod">
            <ac:chgData name="Shigeyuki Fukushima" userId="f58042c2-1724-492a-a8b2-a742d1773c63" providerId="ADAL" clId="{31AEA7F6-A627-4963-B628-67B52CFD0B31}" dt="2025-11-03T21:08:01.380" v="334"/>
            <ac:spMkLst>
              <pc:docMk/>
              <pc:sldMasterMk cId="3418689686" sldId="2147485447"/>
              <pc:sldLayoutMk cId="2779023752" sldId="2147485542"/>
              <ac:spMk id="5" creationId="{7E3F638E-1530-ABC1-56A7-F5679EA0369A}"/>
            </ac:spMkLst>
          </pc:spChg>
        </pc:sldLayoutChg>
        <pc:sldLayoutChg chg="addSp delSp modSp mod">
          <pc:chgData name="Shigeyuki Fukushima" userId="f58042c2-1724-492a-a8b2-a742d1773c63" providerId="ADAL" clId="{31AEA7F6-A627-4963-B628-67B52CFD0B31}" dt="2025-11-03T21:07:51.991" v="329"/>
          <pc:sldLayoutMkLst>
            <pc:docMk/>
            <pc:sldMasterMk cId="3418689686" sldId="2147485447"/>
            <pc:sldLayoutMk cId="660367232" sldId="2147485552"/>
          </pc:sldLayoutMkLst>
          <pc:spChg chg="del">
            <ac:chgData name="Shigeyuki Fukushima" userId="f58042c2-1724-492a-a8b2-a742d1773c63" providerId="ADAL" clId="{31AEA7F6-A627-4963-B628-67B52CFD0B31}" dt="2025-11-03T21:07:51.673" v="328" actId="478"/>
            <ac:spMkLst>
              <pc:docMk/>
              <pc:sldMasterMk cId="3418689686" sldId="2147485447"/>
              <pc:sldLayoutMk cId="660367232" sldId="2147485552"/>
              <ac:spMk id="3" creationId="{35B3A7C5-E9E3-EC2A-7935-B716A89413F5}"/>
            </ac:spMkLst>
          </pc:spChg>
          <pc:spChg chg="add mod">
            <ac:chgData name="Shigeyuki Fukushima" userId="f58042c2-1724-492a-a8b2-a742d1773c63" providerId="ADAL" clId="{31AEA7F6-A627-4963-B628-67B52CFD0B31}" dt="2025-11-03T21:07:51.991" v="329"/>
            <ac:spMkLst>
              <pc:docMk/>
              <pc:sldMasterMk cId="3418689686" sldId="2147485447"/>
              <pc:sldLayoutMk cId="660367232" sldId="2147485552"/>
              <ac:spMk id="4" creationId="{C383712F-3B77-C19A-7411-6A1F387D8C94}"/>
            </ac:spMkLst>
          </pc:spChg>
          <pc:spChg chg="add mod">
            <ac:chgData name="Shigeyuki Fukushima" userId="f58042c2-1724-492a-a8b2-a742d1773c63" providerId="ADAL" clId="{31AEA7F6-A627-4963-B628-67B52CFD0B31}" dt="2025-11-03T21:07:51.991" v="329"/>
            <ac:spMkLst>
              <pc:docMk/>
              <pc:sldMasterMk cId="3418689686" sldId="2147485447"/>
              <pc:sldLayoutMk cId="660367232" sldId="2147485552"/>
              <ac:spMk id="5" creationId="{192C4164-BEC9-FB01-991A-9661A140DDE2}"/>
            </ac:spMkLst>
          </pc:spChg>
        </pc:sldLayoutChg>
        <pc:sldLayoutChg chg="addSp delSp modSp mod">
          <pc:chgData name="Shigeyuki Fukushima" userId="f58042c2-1724-492a-a8b2-a742d1773c63" providerId="ADAL" clId="{31AEA7F6-A627-4963-B628-67B52CFD0B31}" dt="2025-11-03T21:07:47.450" v="327"/>
          <pc:sldLayoutMkLst>
            <pc:docMk/>
            <pc:sldMasterMk cId="3418689686" sldId="2147485447"/>
            <pc:sldLayoutMk cId="3504594190" sldId="2147485564"/>
          </pc:sldLayoutMkLst>
          <pc:spChg chg="del">
            <ac:chgData name="Shigeyuki Fukushima" userId="f58042c2-1724-492a-a8b2-a742d1773c63" providerId="ADAL" clId="{31AEA7F6-A627-4963-B628-67B52CFD0B31}" dt="2025-11-03T21:07:46.974" v="326" actId="478"/>
            <ac:spMkLst>
              <pc:docMk/>
              <pc:sldMasterMk cId="3418689686" sldId="2147485447"/>
              <pc:sldLayoutMk cId="3504594190" sldId="2147485564"/>
              <ac:spMk id="3" creationId="{35B3A7C5-E9E3-EC2A-7935-B716A89413F5}"/>
            </ac:spMkLst>
          </pc:spChg>
          <pc:spChg chg="add mod">
            <ac:chgData name="Shigeyuki Fukushima" userId="f58042c2-1724-492a-a8b2-a742d1773c63" providerId="ADAL" clId="{31AEA7F6-A627-4963-B628-67B52CFD0B31}" dt="2025-11-03T21:07:47.450" v="327"/>
            <ac:spMkLst>
              <pc:docMk/>
              <pc:sldMasterMk cId="3418689686" sldId="2147485447"/>
              <pc:sldLayoutMk cId="3504594190" sldId="2147485564"/>
              <ac:spMk id="4" creationId="{FC3A4881-6B23-37F1-3A89-6F05CAB18C6E}"/>
            </ac:spMkLst>
          </pc:spChg>
          <pc:spChg chg="add mod">
            <ac:chgData name="Shigeyuki Fukushima" userId="f58042c2-1724-492a-a8b2-a742d1773c63" providerId="ADAL" clId="{31AEA7F6-A627-4963-B628-67B52CFD0B31}" dt="2025-11-03T21:07:47.450" v="327"/>
            <ac:spMkLst>
              <pc:docMk/>
              <pc:sldMasterMk cId="3418689686" sldId="2147485447"/>
              <pc:sldLayoutMk cId="3504594190" sldId="2147485564"/>
              <ac:spMk id="5" creationId="{E1BDC0FE-6DDC-3CA1-4574-80532D8EDE38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28:34.530" v="439"/>
          <pc:sldLayoutMkLst>
            <pc:docMk/>
            <pc:sldMasterMk cId="3418689686" sldId="2147485447"/>
            <pc:sldLayoutMk cId="3698978757" sldId="2147485578"/>
          </pc:sldLayoutMkLst>
          <pc:spChg chg="add mod">
            <ac:chgData name="Shigeyuki Fukushima" userId="f58042c2-1724-492a-a8b2-a742d1773c63" providerId="ADAL" clId="{31AEA7F6-A627-4963-B628-67B52CFD0B31}" dt="2025-11-03T21:28:34.530" v="439"/>
            <ac:spMkLst>
              <pc:docMk/>
              <pc:sldMasterMk cId="3418689686" sldId="2147485447"/>
              <pc:sldLayoutMk cId="3698978757" sldId="2147485578"/>
              <ac:spMk id="3" creationId="{CAE34DE4-02EC-BEF8-9784-BDA9FAD0C739}"/>
            </ac:spMkLst>
          </pc:spChg>
          <pc:spChg chg="add mod">
            <ac:chgData name="Shigeyuki Fukushima" userId="f58042c2-1724-492a-a8b2-a742d1773c63" providerId="ADAL" clId="{31AEA7F6-A627-4963-B628-67B52CFD0B31}" dt="2025-11-03T21:28:34.530" v="439"/>
            <ac:spMkLst>
              <pc:docMk/>
              <pc:sldMasterMk cId="3418689686" sldId="2147485447"/>
              <pc:sldLayoutMk cId="3698978757" sldId="2147485578"/>
              <ac:spMk id="4" creationId="{80B0CF73-AF0A-6208-8F61-4BF6CBFE6AAD}"/>
            </ac:spMkLst>
          </pc:spChg>
        </pc:sldLayoutChg>
        <pc:sldLayoutChg chg="addSp delSp modSp mod">
          <pc:chgData name="Shigeyuki Fukushima" userId="f58042c2-1724-492a-a8b2-a742d1773c63" providerId="ADAL" clId="{31AEA7F6-A627-4963-B628-67B52CFD0B31}" dt="2025-11-03T21:08:06.199" v="336"/>
          <pc:sldLayoutMkLst>
            <pc:docMk/>
            <pc:sldMasterMk cId="3418689686" sldId="2147485447"/>
            <pc:sldLayoutMk cId="3743154348" sldId="2147485586"/>
          </pc:sldLayoutMkLst>
          <pc:spChg chg="del">
            <ac:chgData name="Shigeyuki Fukushima" userId="f58042c2-1724-492a-a8b2-a742d1773c63" providerId="ADAL" clId="{31AEA7F6-A627-4963-B628-67B52CFD0B31}" dt="2025-11-03T21:08:05.739" v="335" actId="478"/>
            <ac:spMkLst>
              <pc:docMk/>
              <pc:sldMasterMk cId="3418689686" sldId="2147485447"/>
              <pc:sldLayoutMk cId="3743154348" sldId="2147485586"/>
              <ac:spMk id="3" creationId="{35B3A7C5-E9E3-EC2A-7935-B716A89413F5}"/>
            </ac:spMkLst>
          </pc:spChg>
          <pc:spChg chg="add mod">
            <ac:chgData name="Shigeyuki Fukushima" userId="f58042c2-1724-492a-a8b2-a742d1773c63" providerId="ADAL" clId="{31AEA7F6-A627-4963-B628-67B52CFD0B31}" dt="2025-11-03T21:08:06.199" v="336"/>
            <ac:spMkLst>
              <pc:docMk/>
              <pc:sldMasterMk cId="3418689686" sldId="2147485447"/>
              <pc:sldLayoutMk cId="3743154348" sldId="2147485586"/>
              <ac:spMk id="4" creationId="{898AE068-20E3-55E6-7AFF-EF998F49D7C0}"/>
            </ac:spMkLst>
          </pc:spChg>
          <pc:spChg chg="add mod">
            <ac:chgData name="Shigeyuki Fukushima" userId="f58042c2-1724-492a-a8b2-a742d1773c63" providerId="ADAL" clId="{31AEA7F6-A627-4963-B628-67B52CFD0B31}" dt="2025-11-03T21:08:06.199" v="336"/>
            <ac:spMkLst>
              <pc:docMk/>
              <pc:sldMasterMk cId="3418689686" sldId="2147485447"/>
              <pc:sldLayoutMk cId="3743154348" sldId="2147485586"/>
              <ac:spMk id="5" creationId="{4D436CFC-744E-75FC-44F6-D5DEEC46C255}"/>
            </ac:spMkLst>
          </pc:spChg>
        </pc:sldLayoutChg>
      </pc:sldMasterChg>
      <pc:sldMasterChg chg="addSp modSp mod modSldLayout sldLayoutOrd">
        <pc:chgData name="Shigeyuki Fukushima" userId="f58042c2-1724-492a-a8b2-a742d1773c63" providerId="ADAL" clId="{31AEA7F6-A627-4963-B628-67B52CFD0B31}" dt="2025-11-03T21:30:14.616" v="481"/>
        <pc:sldMasterMkLst>
          <pc:docMk/>
          <pc:sldMasterMk cId="2617949092" sldId="2147485587"/>
        </pc:sldMasterMkLst>
        <pc:spChg chg="mod">
          <ac:chgData name="Shigeyuki Fukushima" userId="f58042c2-1724-492a-a8b2-a742d1773c63" providerId="ADAL" clId="{31AEA7F6-A627-4963-B628-67B52CFD0B31}" dt="2025-11-03T21:29:15.850" v="447" actId="553"/>
          <ac:spMkLst>
            <pc:docMk/>
            <pc:sldMasterMk cId="2617949092" sldId="2147485587"/>
            <ac:spMk id="2" creationId="{00000000-0000-0000-0000-000000000000}"/>
          </ac:spMkLst>
        </pc:spChg>
        <pc:spChg chg="mod">
          <ac:chgData name="Shigeyuki Fukushima" userId="f58042c2-1724-492a-a8b2-a742d1773c63" providerId="ADAL" clId="{31AEA7F6-A627-4963-B628-67B52CFD0B31}" dt="2025-11-03T21:03:53.157" v="314"/>
          <ac:spMkLst>
            <pc:docMk/>
            <pc:sldMasterMk cId="2617949092" sldId="2147485587"/>
            <ac:spMk id="6" creationId="{954B7168-1478-2F1E-AF29-9631D40E956F}"/>
          </ac:spMkLst>
        </pc:spChg>
        <pc:spChg chg="mod">
          <ac:chgData name="Shigeyuki Fukushima" userId="f58042c2-1724-492a-a8b2-a742d1773c63" providerId="ADAL" clId="{31AEA7F6-A627-4963-B628-67B52CFD0B31}" dt="2025-11-03T21:03:53.157" v="314"/>
          <ac:spMkLst>
            <pc:docMk/>
            <pc:sldMasterMk cId="2617949092" sldId="2147485587"/>
            <ac:spMk id="8" creationId="{5C95157B-348D-1706-65CA-52AB3F716EE5}"/>
          </ac:spMkLst>
        </pc:spChg>
        <pc:spChg chg="mod">
          <ac:chgData name="Shigeyuki Fukushima" userId="f58042c2-1724-492a-a8b2-a742d1773c63" providerId="ADAL" clId="{31AEA7F6-A627-4963-B628-67B52CFD0B31}" dt="2025-11-03T21:29:25.365" v="467" actId="12788"/>
          <ac:spMkLst>
            <pc:docMk/>
            <pc:sldMasterMk cId="2617949092" sldId="2147485587"/>
            <ac:spMk id="36" creationId="{F9FCF0B1-DC46-C538-3132-5DEA865DCF8B}"/>
          </ac:spMkLst>
        </pc:spChg>
        <pc:spChg chg="mod">
          <ac:chgData name="Shigeyuki Fukushima" userId="f58042c2-1724-492a-a8b2-a742d1773c63" providerId="ADAL" clId="{31AEA7F6-A627-4963-B628-67B52CFD0B31}" dt="2025-11-03T21:29:15.850" v="447" actId="553"/>
          <ac:spMkLst>
            <pc:docMk/>
            <pc:sldMasterMk cId="2617949092" sldId="2147485587"/>
            <ac:spMk id="37" creationId="{5D50D0E4-22D6-D6BE-D1D1-2D2EE16E551A}"/>
          </ac:spMkLst>
        </pc:spChg>
        <pc:grpChg chg="add mod">
          <ac:chgData name="Shigeyuki Fukushima" userId="f58042c2-1724-492a-a8b2-a742d1773c63" providerId="ADAL" clId="{31AEA7F6-A627-4963-B628-67B52CFD0B31}" dt="2025-11-03T21:03:53.157" v="314"/>
          <ac:grpSpMkLst>
            <pc:docMk/>
            <pc:sldMasterMk cId="2617949092" sldId="2147485587"/>
            <ac:grpSpMk id="5" creationId="{D6AB4C3B-CBB2-864E-5662-B0D97A6C12E9}"/>
          </ac:grpSpMkLst>
        </pc:grpChg>
        <pc:cxnChg chg="mod">
          <ac:chgData name="Shigeyuki Fukushima" userId="f58042c2-1724-492a-a8b2-a742d1773c63" providerId="ADAL" clId="{31AEA7F6-A627-4963-B628-67B52CFD0B31}" dt="2025-11-03T21:03:53.157" v="314"/>
          <ac:cxnSpMkLst>
            <pc:docMk/>
            <pc:sldMasterMk cId="2617949092" sldId="2147485587"/>
            <ac:cxnSpMk id="34" creationId="{EEE7CD30-C956-5B26-F154-8379169A9DFB}"/>
          </ac:cxnSpMkLst>
        </pc:cxnChg>
        <pc:sldLayoutChg chg="addSp delSp modSp mod">
          <pc:chgData name="Shigeyuki Fukushima" userId="f58042c2-1724-492a-a8b2-a742d1773c63" providerId="ADAL" clId="{31AEA7F6-A627-4963-B628-67B52CFD0B31}" dt="2025-11-03T21:09:41.353" v="338"/>
          <pc:sldLayoutMkLst>
            <pc:docMk/>
            <pc:sldMasterMk cId="2617949092" sldId="2147485587"/>
            <pc:sldLayoutMk cId="2456797814" sldId="2147485588"/>
          </pc:sldLayoutMkLst>
          <pc:spChg chg="add mod">
            <ac:chgData name="Shigeyuki Fukushima" userId="f58042c2-1724-492a-a8b2-a742d1773c63" providerId="ADAL" clId="{31AEA7F6-A627-4963-B628-67B52CFD0B31}" dt="2025-11-03T21:09:41.353" v="338"/>
            <ac:spMkLst>
              <pc:docMk/>
              <pc:sldMasterMk cId="2617949092" sldId="2147485587"/>
              <pc:sldLayoutMk cId="2456797814" sldId="2147485588"/>
              <ac:spMk id="2" creationId="{EA2B6A1A-3554-0C30-1259-68B27512CFC4}"/>
            </ac:spMkLst>
          </pc:spChg>
          <pc:spChg chg="del">
            <ac:chgData name="Shigeyuki Fukushima" userId="f58042c2-1724-492a-a8b2-a742d1773c63" providerId="ADAL" clId="{31AEA7F6-A627-4963-B628-67B52CFD0B31}" dt="2025-11-03T21:09:41.065" v="337" actId="478"/>
            <ac:spMkLst>
              <pc:docMk/>
              <pc:sldMasterMk cId="2617949092" sldId="2147485587"/>
              <pc:sldLayoutMk cId="2456797814" sldId="2147485588"/>
              <ac:spMk id="3" creationId="{35B3A7C5-E9E3-EC2A-7935-B716A89413F5}"/>
            </ac:spMkLst>
          </pc:spChg>
          <pc:spChg chg="add mod">
            <ac:chgData name="Shigeyuki Fukushima" userId="f58042c2-1724-492a-a8b2-a742d1773c63" providerId="ADAL" clId="{31AEA7F6-A627-4963-B628-67B52CFD0B31}" dt="2025-11-03T21:09:41.353" v="338"/>
            <ac:spMkLst>
              <pc:docMk/>
              <pc:sldMasterMk cId="2617949092" sldId="2147485587"/>
              <pc:sldLayoutMk cId="2456797814" sldId="2147485588"/>
              <ac:spMk id="5" creationId="{BC6744B5-BF57-8FDB-37A1-D6CADE9AB2A0}"/>
            </ac:spMkLst>
          </pc:spChg>
        </pc:sldLayoutChg>
        <pc:sldLayoutChg chg="addSp delSp modSp mod">
          <pc:chgData name="Shigeyuki Fukushima" userId="f58042c2-1724-492a-a8b2-a742d1773c63" providerId="ADAL" clId="{31AEA7F6-A627-4963-B628-67B52CFD0B31}" dt="2025-11-03T21:09:44.952" v="341"/>
          <pc:sldLayoutMkLst>
            <pc:docMk/>
            <pc:sldMasterMk cId="2617949092" sldId="2147485587"/>
            <pc:sldLayoutMk cId="3194886418" sldId="2147485589"/>
          </pc:sldLayoutMkLst>
          <pc:spChg chg="add mod">
            <ac:chgData name="Shigeyuki Fukushima" userId="f58042c2-1724-492a-a8b2-a742d1773c63" providerId="ADAL" clId="{31AEA7F6-A627-4963-B628-67B52CFD0B31}" dt="2025-11-03T21:09:44.952" v="341"/>
            <ac:spMkLst>
              <pc:docMk/>
              <pc:sldMasterMk cId="2617949092" sldId="2147485587"/>
              <pc:sldLayoutMk cId="3194886418" sldId="2147485589"/>
              <ac:spMk id="2" creationId="{8B29AFE9-B777-4713-557D-A957B1A6BBAC}"/>
            </ac:spMkLst>
          </pc:spChg>
          <pc:spChg chg="del mod">
            <ac:chgData name="Shigeyuki Fukushima" userId="f58042c2-1724-492a-a8b2-a742d1773c63" providerId="ADAL" clId="{31AEA7F6-A627-4963-B628-67B52CFD0B31}" dt="2025-11-03T21:09:44.521" v="340" actId="478"/>
            <ac:spMkLst>
              <pc:docMk/>
              <pc:sldMasterMk cId="2617949092" sldId="2147485587"/>
              <pc:sldLayoutMk cId="3194886418" sldId="2147485589"/>
              <ac:spMk id="3" creationId="{35B3A7C5-E9E3-EC2A-7935-B716A89413F5}"/>
            </ac:spMkLst>
          </pc:spChg>
          <pc:spChg chg="add mod">
            <ac:chgData name="Shigeyuki Fukushima" userId="f58042c2-1724-492a-a8b2-a742d1773c63" providerId="ADAL" clId="{31AEA7F6-A627-4963-B628-67B52CFD0B31}" dt="2025-11-03T21:09:44.952" v="341"/>
            <ac:spMkLst>
              <pc:docMk/>
              <pc:sldMasterMk cId="2617949092" sldId="2147485587"/>
              <pc:sldLayoutMk cId="3194886418" sldId="2147485589"/>
              <ac:spMk id="4" creationId="{2D59C523-A8ED-536E-B09B-97533EBDA91B}"/>
            </ac:spMkLst>
          </pc:spChg>
        </pc:sldLayoutChg>
        <pc:sldLayoutChg chg="addSp delSp modSp mod">
          <pc:chgData name="Shigeyuki Fukushima" userId="f58042c2-1724-492a-a8b2-a742d1773c63" providerId="ADAL" clId="{31AEA7F6-A627-4963-B628-67B52CFD0B31}" dt="2025-11-03T21:09:48.595" v="343"/>
          <pc:sldLayoutMkLst>
            <pc:docMk/>
            <pc:sldMasterMk cId="2617949092" sldId="2147485587"/>
            <pc:sldLayoutMk cId="1475439097" sldId="2147485590"/>
          </pc:sldLayoutMkLst>
          <pc:spChg chg="add mod">
            <ac:chgData name="Shigeyuki Fukushima" userId="f58042c2-1724-492a-a8b2-a742d1773c63" providerId="ADAL" clId="{31AEA7F6-A627-4963-B628-67B52CFD0B31}" dt="2025-11-03T21:09:48.595" v="343"/>
            <ac:spMkLst>
              <pc:docMk/>
              <pc:sldMasterMk cId="2617949092" sldId="2147485587"/>
              <pc:sldLayoutMk cId="1475439097" sldId="2147485590"/>
              <ac:spMk id="2" creationId="{BE325442-C72D-6362-500E-00C453DC0086}"/>
            </ac:spMkLst>
          </pc:spChg>
          <pc:spChg chg="del">
            <ac:chgData name="Shigeyuki Fukushima" userId="f58042c2-1724-492a-a8b2-a742d1773c63" providerId="ADAL" clId="{31AEA7F6-A627-4963-B628-67B52CFD0B31}" dt="2025-11-03T21:09:48.287" v="342" actId="478"/>
            <ac:spMkLst>
              <pc:docMk/>
              <pc:sldMasterMk cId="2617949092" sldId="2147485587"/>
              <pc:sldLayoutMk cId="1475439097" sldId="2147485590"/>
              <ac:spMk id="3" creationId="{35B3A7C5-E9E3-EC2A-7935-B716A89413F5}"/>
            </ac:spMkLst>
          </pc:spChg>
          <pc:spChg chg="add mod">
            <ac:chgData name="Shigeyuki Fukushima" userId="f58042c2-1724-492a-a8b2-a742d1773c63" providerId="ADAL" clId="{31AEA7F6-A627-4963-B628-67B52CFD0B31}" dt="2025-11-03T21:09:48.595" v="343"/>
            <ac:spMkLst>
              <pc:docMk/>
              <pc:sldMasterMk cId="2617949092" sldId="2147485587"/>
              <pc:sldLayoutMk cId="1475439097" sldId="2147485590"/>
              <ac:spMk id="5" creationId="{948F85D3-7EA9-22EF-18CB-040C8139C137}"/>
            </ac:spMkLst>
          </pc:spChg>
        </pc:sldLayoutChg>
        <pc:sldLayoutChg chg="addSp delSp modSp mod">
          <pc:chgData name="Shigeyuki Fukushima" userId="f58042c2-1724-492a-a8b2-a742d1773c63" providerId="ADAL" clId="{31AEA7F6-A627-4963-B628-67B52CFD0B31}" dt="2025-11-03T21:09:53.156" v="345"/>
          <pc:sldLayoutMkLst>
            <pc:docMk/>
            <pc:sldMasterMk cId="2617949092" sldId="2147485587"/>
            <pc:sldLayoutMk cId="1245855269" sldId="2147485591"/>
          </pc:sldLayoutMkLst>
          <pc:spChg chg="add mod">
            <ac:chgData name="Shigeyuki Fukushima" userId="f58042c2-1724-492a-a8b2-a742d1773c63" providerId="ADAL" clId="{31AEA7F6-A627-4963-B628-67B52CFD0B31}" dt="2025-11-03T21:09:53.156" v="345"/>
            <ac:spMkLst>
              <pc:docMk/>
              <pc:sldMasterMk cId="2617949092" sldId="2147485587"/>
              <pc:sldLayoutMk cId="1245855269" sldId="2147485591"/>
              <ac:spMk id="2" creationId="{810AC1D5-DD43-3650-7959-76DBDAAB8C16}"/>
            </ac:spMkLst>
          </pc:spChg>
          <pc:spChg chg="del">
            <ac:chgData name="Shigeyuki Fukushima" userId="f58042c2-1724-492a-a8b2-a742d1773c63" providerId="ADAL" clId="{31AEA7F6-A627-4963-B628-67B52CFD0B31}" dt="2025-11-03T21:09:52.825" v="344" actId="478"/>
            <ac:spMkLst>
              <pc:docMk/>
              <pc:sldMasterMk cId="2617949092" sldId="2147485587"/>
              <pc:sldLayoutMk cId="1245855269" sldId="2147485591"/>
              <ac:spMk id="3" creationId="{35B3A7C5-E9E3-EC2A-7935-B716A89413F5}"/>
            </ac:spMkLst>
          </pc:spChg>
          <pc:spChg chg="add mod">
            <ac:chgData name="Shigeyuki Fukushima" userId="f58042c2-1724-492a-a8b2-a742d1773c63" providerId="ADAL" clId="{31AEA7F6-A627-4963-B628-67B52CFD0B31}" dt="2025-11-03T21:09:53.156" v="345"/>
            <ac:spMkLst>
              <pc:docMk/>
              <pc:sldMasterMk cId="2617949092" sldId="2147485587"/>
              <pc:sldLayoutMk cId="1245855269" sldId="2147485591"/>
              <ac:spMk id="5" creationId="{2C65B68B-BDFE-31F1-083F-BE6AE56436A7}"/>
            </ac:spMkLst>
          </pc:spChg>
        </pc:sldLayoutChg>
        <pc:sldLayoutChg chg="addSp delSp modSp mod">
          <pc:chgData name="Shigeyuki Fukushima" userId="f58042c2-1724-492a-a8b2-a742d1773c63" providerId="ADAL" clId="{31AEA7F6-A627-4963-B628-67B52CFD0B31}" dt="2025-11-03T21:09:57.147" v="347"/>
          <pc:sldLayoutMkLst>
            <pc:docMk/>
            <pc:sldMasterMk cId="2617949092" sldId="2147485587"/>
            <pc:sldLayoutMk cId="1971837672" sldId="2147485592"/>
          </pc:sldLayoutMkLst>
          <pc:spChg chg="add mod">
            <ac:chgData name="Shigeyuki Fukushima" userId="f58042c2-1724-492a-a8b2-a742d1773c63" providerId="ADAL" clId="{31AEA7F6-A627-4963-B628-67B52CFD0B31}" dt="2025-11-03T21:09:57.147" v="347"/>
            <ac:spMkLst>
              <pc:docMk/>
              <pc:sldMasterMk cId="2617949092" sldId="2147485587"/>
              <pc:sldLayoutMk cId="1971837672" sldId="2147485592"/>
              <ac:spMk id="2" creationId="{3203322A-D534-9A43-1BC1-7F6887B0F9B6}"/>
            </ac:spMkLst>
          </pc:spChg>
          <pc:spChg chg="del">
            <ac:chgData name="Shigeyuki Fukushima" userId="f58042c2-1724-492a-a8b2-a742d1773c63" providerId="ADAL" clId="{31AEA7F6-A627-4963-B628-67B52CFD0B31}" dt="2025-11-03T21:09:56.701" v="346" actId="478"/>
            <ac:spMkLst>
              <pc:docMk/>
              <pc:sldMasterMk cId="2617949092" sldId="2147485587"/>
              <pc:sldLayoutMk cId="1971837672" sldId="2147485592"/>
              <ac:spMk id="3" creationId="{35B3A7C5-E9E3-EC2A-7935-B716A89413F5}"/>
            </ac:spMkLst>
          </pc:spChg>
          <pc:spChg chg="add mod">
            <ac:chgData name="Shigeyuki Fukushima" userId="f58042c2-1724-492a-a8b2-a742d1773c63" providerId="ADAL" clId="{31AEA7F6-A627-4963-B628-67B52CFD0B31}" dt="2025-11-03T21:09:57.147" v="347"/>
            <ac:spMkLst>
              <pc:docMk/>
              <pc:sldMasterMk cId="2617949092" sldId="2147485587"/>
              <pc:sldLayoutMk cId="1971837672" sldId="2147485592"/>
              <ac:spMk id="5" creationId="{CB57BC23-17B7-BE70-216B-A3D620369222}"/>
            </ac:spMkLst>
          </pc:spChg>
        </pc:sldLayoutChg>
        <pc:sldLayoutChg chg="addSp modSp ord">
          <pc:chgData name="Shigeyuki Fukushima" userId="f58042c2-1724-492a-a8b2-a742d1773c63" providerId="ADAL" clId="{31AEA7F6-A627-4963-B628-67B52CFD0B31}" dt="2025-11-03T21:30:04.546" v="477"/>
          <pc:sldLayoutMkLst>
            <pc:docMk/>
            <pc:sldMasterMk cId="2617949092" sldId="2147485587"/>
            <pc:sldLayoutMk cId="1783972267" sldId="2147485602"/>
          </pc:sldLayoutMkLst>
          <pc:spChg chg="add mod">
            <ac:chgData name="Shigeyuki Fukushima" userId="f58042c2-1724-492a-a8b2-a742d1773c63" providerId="ADAL" clId="{31AEA7F6-A627-4963-B628-67B52CFD0B31}" dt="2025-11-03T21:30:04.546" v="477"/>
            <ac:spMkLst>
              <pc:docMk/>
              <pc:sldMasterMk cId="2617949092" sldId="2147485587"/>
              <pc:sldLayoutMk cId="1783972267" sldId="2147485602"/>
              <ac:spMk id="11" creationId="{2131FE4B-BC34-A337-B9B7-4A9994A313FB}"/>
            </ac:spMkLst>
          </pc:spChg>
          <pc:spChg chg="add mod">
            <ac:chgData name="Shigeyuki Fukushima" userId="f58042c2-1724-492a-a8b2-a742d1773c63" providerId="ADAL" clId="{31AEA7F6-A627-4963-B628-67B52CFD0B31}" dt="2025-11-03T21:30:04.546" v="477"/>
            <ac:spMkLst>
              <pc:docMk/>
              <pc:sldMasterMk cId="2617949092" sldId="2147485587"/>
              <pc:sldLayoutMk cId="1783972267" sldId="2147485602"/>
              <ac:spMk id="12" creationId="{CD368D9D-804F-6951-AF7D-2F5F15EEE6FD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29:47.855" v="470"/>
          <pc:sldLayoutMkLst>
            <pc:docMk/>
            <pc:sldMasterMk cId="2617949092" sldId="2147485587"/>
            <pc:sldLayoutMk cId="3990396162" sldId="2147485603"/>
          </pc:sldLayoutMkLst>
          <pc:spChg chg="add mod">
            <ac:chgData name="Shigeyuki Fukushima" userId="f58042c2-1724-492a-a8b2-a742d1773c63" providerId="ADAL" clId="{31AEA7F6-A627-4963-B628-67B52CFD0B31}" dt="2025-11-03T21:29:47.855" v="470"/>
            <ac:spMkLst>
              <pc:docMk/>
              <pc:sldMasterMk cId="2617949092" sldId="2147485587"/>
              <pc:sldLayoutMk cId="3990396162" sldId="2147485603"/>
              <ac:spMk id="3" creationId="{962E9085-B0F9-4B9B-5DAA-37E2BA2EC54A}"/>
            </ac:spMkLst>
          </pc:spChg>
          <pc:spChg chg="add mod">
            <ac:chgData name="Shigeyuki Fukushima" userId="f58042c2-1724-492a-a8b2-a742d1773c63" providerId="ADAL" clId="{31AEA7F6-A627-4963-B628-67B52CFD0B31}" dt="2025-11-03T21:29:47.855" v="470"/>
            <ac:spMkLst>
              <pc:docMk/>
              <pc:sldMasterMk cId="2617949092" sldId="2147485587"/>
              <pc:sldLayoutMk cId="3990396162" sldId="2147485603"/>
              <ac:spMk id="5" creationId="{8E76209D-218F-B4C9-23D7-175E22C997B8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29:49.506" v="471"/>
          <pc:sldLayoutMkLst>
            <pc:docMk/>
            <pc:sldMasterMk cId="2617949092" sldId="2147485587"/>
            <pc:sldLayoutMk cId="892999592" sldId="2147485604"/>
          </pc:sldLayoutMkLst>
          <pc:spChg chg="add mod">
            <ac:chgData name="Shigeyuki Fukushima" userId="f58042c2-1724-492a-a8b2-a742d1773c63" providerId="ADAL" clId="{31AEA7F6-A627-4963-B628-67B52CFD0B31}" dt="2025-11-03T21:29:49.506" v="471"/>
            <ac:spMkLst>
              <pc:docMk/>
              <pc:sldMasterMk cId="2617949092" sldId="2147485587"/>
              <pc:sldLayoutMk cId="892999592" sldId="2147485604"/>
              <ac:spMk id="2" creationId="{99984BFF-EE4D-52EF-4A30-2B3B8A1262D6}"/>
            </ac:spMkLst>
          </pc:spChg>
          <pc:spChg chg="add mod">
            <ac:chgData name="Shigeyuki Fukushima" userId="f58042c2-1724-492a-a8b2-a742d1773c63" providerId="ADAL" clId="{31AEA7F6-A627-4963-B628-67B52CFD0B31}" dt="2025-11-03T21:29:49.506" v="471"/>
            <ac:spMkLst>
              <pc:docMk/>
              <pc:sldMasterMk cId="2617949092" sldId="2147485587"/>
              <pc:sldLayoutMk cId="892999592" sldId="2147485604"/>
              <ac:spMk id="3" creationId="{8E9F96A6-2611-4445-CEFC-CD20D669A430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29:52.329" v="472"/>
          <pc:sldLayoutMkLst>
            <pc:docMk/>
            <pc:sldMasterMk cId="2617949092" sldId="2147485587"/>
            <pc:sldLayoutMk cId="3948419113" sldId="2147485605"/>
          </pc:sldLayoutMkLst>
          <pc:spChg chg="add mod">
            <ac:chgData name="Shigeyuki Fukushima" userId="f58042c2-1724-492a-a8b2-a742d1773c63" providerId="ADAL" clId="{31AEA7F6-A627-4963-B628-67B52CFD0B31}" dt="2025-11-03T21:29:52.329" v="472"/>
            <ac:spMkLst>
              <pc:docMk/>
              <pc:sldMasterMk cId="2617949092" sldId="2147485587"/>
              <pc:sldLayoutMk cId="3948419113" sldId="2147485605"/>
              <ac:spMk id="3" creationId="{A4FF4B7E-5B31-476F-647B-58769630CEC5}"/>
            </ac:spMkLst>
          </pc:spChg>
          <pc:spChg chg="add mod">
            <ac:chgData name="Shigeyuki Fukushima" userId="f58042c2-1724-492a-a8b2-a742d1773c63" providerId="ADAL" clId="{31AEA7F6-A627-4963-B628-67B52CFD0B31}" dt="2025-11-03T21:29:52.329" v="472"/>
            <ac:spMkLst>
              <pc:docMk/>
              <pc:sldMasterMk cId="2617949092" sldId="2147485587"/>
              <pc:sldLayoutMk cId="3948419113" sldId="2147485605"/>
              <ac:spMk id="4" creationId="{90781FC0-0CEB-BAB2-A17F-5FEE182F3C6D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29:54.531" v="473"/>
          <pc:sldLayoutMkLst>
            <pc:docMk/>
            <pc:sldMasterMk cId="2617949092" sldId="2147485587"/>
            <pc:sldLayoutMk cId="914025413" sldId="2147485606"/>
          </pc:sldLayoutMkLst>
          <pc:spChg chg="add mod">
            <ac:chgData name="Shigeyuki Fukushima" userId="f58042c2-1724-492a-a8b2-a742d1773c63" providerId="ADAL" clId="{31AEA7F6-A627-4963-B628-67B52CFD0B31}" dt="2025-11-03T21:29:54.531" v="473"/>
            <ac:spMkLst>
              <pc:docMk/>
              <pc:sldMasterMk cId="2617949092" sldId="2147485587"/>
              <pc:sldLayoutMk cId="914025413" sldId="2147485606"/>
              <ac:spMk id="3" creationId="{7A6DD62B-DBCC-0746-115B-616CFD953D37}"/>
            </ac:spMkLst>
          </pc:spChg>
          <pc:spChg chg="add mod">
            <ac:chgData name="Shigeyuki Fukushima" userId="f58042c2-1724-492a-a8b2-a742d1773c63" providerId="ADAL" clId="{31AEA7F6-A627-4963-B628-67B52CFD0B31}" dt="2025-11-03T21:29:54.531" v="473"/>
            <ac:spMkLst>
              <pc:docMk/>
              <pc:sldMasterMk cId="2617949092" sldId="2147485587"/>
              <pc:sldLayoutMk cId="914025413" sldId="2147485606"/>
              <ac:spMk id="5" creationId="{32EAA6E2-5460-17A5-3807-8D96B7671830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29:57.054" v="474"/>
          <pc:sldLayoutMkLst>
            <pc:docMk/>
            <pc:sldMasterMk cId="2617949092" sldId="2147485587"/>
            <pc:sldLayoutMk cId="408154702" sldId="2147485607"/>
          </pc:sldLayoutMkLst>
          <pc:spChg chg="add mod">
            <ac:chgData name="Shigeyuki Fukushima" userId="f58042c2-1724-492a-a8b2-a742d1773c63" providerId="ADAL" clId="{31AEA7F6-A627-4963-B628-67B52CFD0B31}" dt="2025-11-03T21:29:57.054" v="474"/>
            <ac:spMkLst>
              <pc:docMk/>
              <pc:sldMasterMk cId="2617949092" sldId="2147485587"/>
              <pc:sldLayoutMk cId="408154702" sldId="2147485607"/>
              <ac:spMk id="3" creationId="{6E87E629-9B13-C54B-3C42-CFA8383B8477}"/>
            </ac:spMkLst>
          </pc:spChg>
          <pc:spChg chg="add mod">
            <ac:chgData name="Shigeyuki Fukushima" userId="f58042c2-1724-492a-a8b2-a742d1773c63" providerId="ADAL" clId="{31AEA7F6-A627-4963-B628-67B52CFD0B31}" dt="2025-11-03T21:29:57.054" v="474"/>
            <ac:spMkLst>
              <pc:docMk/>
              <pc:sldMasterMk cId="2617949092" sldId="2147485587"/>
              <pc:sldLayoutMk cId="408154702" sldId="2147485607"/>
              <ac:spMk id="4" creationId="{B1391FE7-973B-3EC2-69EB-0F3C0ECF7969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29:59.372" v="475"/>
          <pc:sldLayoutMkLst>
            <pc:docMk/>
            <pc:sldMasterMk cId="2617949092" sldId="2147485587"/>
            <pc:sldLayoutMk cId="2165105167" sldId="2147485608"/>
          </pc:sldLayoutMkLst>
          <pc:spChg chg="add mod">
            <ac:chgData name="Shigeyuki Fukushima" userId="f58042c2-1724-492a-a8b2-a742d1773c63" providerId="ADAL" clId="{31AEA7F6-A627-4963-B628-67B52CFD0B31}" dt="2025-11-03T21:29:59.372" v="475"/>
            <ac:spMkLst>
              <pc:docMk/>
              <pc:sldMasterMk cId="2617949092" sldId="2147485587"/>
              <pc:sldLayoutMk cId="2165105167" sldId="2147485608"/>
              <ac:spMk id="4" creationId="{55043BCD-4E88-75A5-66FF-3F811FB3ADC6}"/>
            </ac:spMkLst>
          </pc:spChg>
          <pc:spChg chg="add mod">
            <ac:chgData name="Shigeyuki Fukushima" userId="f58042c2-1724-492a-a8b2-a742d1773c63" providerId="ADAL" clId="{31AEA7F6-A627-4963-B628-67B52CFD0B31}" dt="2025-11-03T21:29:59.372" v="475"/>
            <ac:spMkLst>
              <pc:docMk/>
              <pc:sldMasterMk cId="2617949092" sldId="2147485587"/>
              <pc:sldLayoutMk cId="2165105167" sldId="2147485608"/>
              <ac:spMk id="5" creationId="{E3AD0F82-9837-BBCC-120C-92BBC2D1FB62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30:01.732" v="476"/>
          <pc:sldLayoutMkLst>
            <pc:docMk/>
            <pc:sldMasterMk cId="2617949092" sldId="2147485587"/>
            <pc:sldLayoutMk cId="341076673" sldId="2147485609"/>
          </pc:sldLayoutMkLst>
          <pc:spChg chg="add mod">
            <ac:chgData name="Shigeyuki Fukushima" userId="f58042c2-1724-492a-a8b2-a742d1773c63" providerId="ADAL" clId="{31AEA7F6-A627-4963-B628-67B52CFD0B31}" dt="2025-11-03T21:30:01.732" v="476"/>
            <ac:spMkLst>
              <pc:docMk/>
              <pc:sldMasterMk cId="2617949092" sldId="2147485587"/>
              <pc:sldLayoutMk cId="341076673" sldId="2147485609"/>
              <ac:spMk id="2" creationId="{711A0028-A054-9980-BC20-A8F7A5BCBBC3}"/>
            </ac:spMkLst>
          </pc:spChg>
          <pc:spChg chg="add mod">
            <ac:chgData name="Shigeyuki Fukushima" userId="f58042c2-1724-492a-a8b2-a742d1773c63" providerId="ADAL" clId="{31AEA7F6-A627-4963-B628-67B52CFD0B31}" dt="2025-11-03T21:30:01.732" v="476"/>
            <ac:spMkLst>
              <pc:docMk/>
              <pc:sldMasterMk cId="2617949092" sldId="2147485587"/>
              <pc:sldLayoutMk cId="341076673" sldId="2147485609"/>
              <ac:spMk id="4" creationId="{60832104-B729-22D1-2E16-4B5F8B738DD0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30:06.728" v="478"/>
          <pc:sldLayoutMkLst>
            <pc:docMk/>
            <pc:sldMasterMk cId="2617949092" sldId="2147485587"/>
            <pc:sldLayoutMk cId="677419480" sldId="2147485610"/>
          </pc:sldLayoutMkLst>
          <pc:spChg chg="add mod">
            <ac:chgData name="Shigeyuki Fukushima" userId="f58042c2-1724-492a-a8b2-a742d1773c63" providerId="ADAL" clId="{31AEA7F6-A627-4963-B628-67B52CFD0B31}" dt="2025-11-03T21:30:06.728" v="478"/>
            <ac:spMkLst>
              <pc:docMk/>
              <pc:sldMasterMk cId="2617949092" sldId="2147485587"/>
              <pc:sldLayoutMk cId="677419480" sldId="2147485610"/>
              <ac:spMk id="2" creationId="{F34DE34B-83CA-724D-B663-C3A4324E7DDE}"/>
            </ac:spMkLst>
          </pc:spChg>
          <pc:spChg chg="add mod">
            <ac:chgData name="Shigeyuki Fukushima" userId="f58042c2-1724-492a-a8b2-a742d1773c63" providerId="ADAL" clId="{31AEA7F6-A627-4963-B628-67B52CFD0B31}" dt="2025-11-03T21:30:06.728" v="478"/>
            <ac:spMkLst>
              <pc:docMk/>
              <pc:sldMasterMk cId="2617949092" sldId="2147485587"/>
              <pc:sldLayoutMk cId="677419480" sldId="2147485610"/>
              <ac:spMk id="4" creationId="{A10AD762-680C-84F8-0C88-E20291FAE11F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30:09.480" v="479"/>
          <pc:sldLayoutMkLst>
            <pc:docMk/>
            <pc:sldMasterMk cId="2617949092" sldId="2147485587"/>
            <pc:sldLayoutMk cId="2044342397" sldId="2147485611"/>
          </pc:sldLayoutMkLst>
          <pc:spChg chg="add mod">
            <ac:chgData name="Shigeyuki Fukushima" userId="f58042c2-1724-492a-a8b2-a742d1773c63" providerId="ADAL" clId="{31AEA7F6-A627-4963-B628-67B52CFD0B31}" dt="2025-11-03T21:30:09.480" v="479"/>
            <ac:spMkLst>
              <pc:docMk/>
              <pc:sldMasterMk cId="2617949092" sldId="2147485587"/>
              <pc:sldLayoutMk cId="2044342397" sldId="2147485611"/>
              <ac:spMk id="2" creationId="{6E7BC913-16E5-F9E8-A91E-A74FBEEC5198}"/>
            </ac:spMkLst>
          </pc:spChg>
          <pc:spChg chg="add mod">
            <ac:chgData name="Shigeyuki Fukushima" userId="f58042c2-1724-492a-a8b2-a742d1773c63" providerId="ADAL" clId="{31AEA7F6-A627-4963-B628-67B52CFD0B31}" dt="2025-11-03T21:30:09.480" v="479"/>
            <ac:spMkLst>
              <pc:docMk/>
              <pc:sldMasterMk cId="2617949092" sldId="2147485587"/>
              <pc:sldLayoutMk cId="2044342397" sldId="2147485611"/>
              <ac:spMk id="4" creationId="{E02825BE-4A6C-BE4F-9ADB-83F2B37BC658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30:11.668" v="480"/>
          <pc:sldLayoutMkLst>
            <pc:docMk/>
            <pc:sldMasterMk cId="2617949092" sldId="2147485587"/>
            <pc:sldLayoutMk cId="724723107" sldId="2147485612"/>
          </pc:sldLayoutMkLst>
          <pc:spChg chg="add mod">
            <ac:chgData name="Shigeyuki Fukushima" userId="f58042c2-1724-492a-a8b2-a742d1773c63" providerId="ADAL" clId="{31AEA7F6-A627-4963-B628-67B52CFD0B31}" dt="2025-11-03T21:30:11.668" v="480"/>
            <ac:spMkLst>
              <pc:docMk/>
              <pc:sldMasterMk cId="2617949092" sldId="2147485587"/>
              <pc:sldLayoutMk cId="724723107" sldId="2147485612"/>
              <ac:spMk id="3" creationId="{25C6F512-0356-98E0-D7DA-C69262297C52}"/>
            </ac:spMkLst>
          </pc:spChg>
          <pc:spChg chg="add mod">
            <ac:chgData name="Shigeyuki Fukushima" userId="f58042c2-1724-492a-a8b2-a742d1773c63" providerId="ADAL" clId="{31AEA7F6-A627-4963-B628-67B52CFD0B31}" dt="2025-11-03T21:30:11.668" v="480"/>
            <ac:spMkLst>
              <pc:docMk/>
              <pc:sldMasterMk cId="2617949092" sldId="2147485587"/>
              <pc:sldLayoutMk cId="724723107" sldId="2147485612"/>
              <ac:spMk id="4" creationId="{AF4643FE-7C05-95F6-FE99-519BB3D2B9FE}"/>
            </ac:spMkLst>
          </pc:spChg>
        </pc:sldLayoutChg>
        <pc:sldLayoutChg chg="addSp modSp">
          <pc:chgData name="Shigeyuki Fukushima" userId="f58042c2-1724-492a-a8b2-a742d1773c63" providerId="ADAL" clId="{31AEA7F6-A627-4963-B628-67B52CFD0B31}" dt="2025-11-03T21:30:14.616" v="481"/>
          <pc:sldLayoutMkLst>
            <pc:docMk/>
            <pc:sldMasterMk cId="2617949092" sldId="2147485587"/>
            <pc:sldLayoutMk cId="2300881833" sldId="2147485613"/>
          </pc:sldLayoutMkLst>
          <pc:spChg chg="add mod">
            <ac:chgData name="Shigeyuki Fukushima" userId="f58042c2-1724-492a-a8b2-a742d1773c63" providerId="ADAL" clId="{31AEA7F6-A627-4963-B628-67B52CFD0B31}" dt="2025-11-03T21:30:14.616" v="481"/>
            <ac:spMkLst>
              <pc:docMk/>
              <pc:sldMasterMk cId="2617949092" sldId="2147485587"/>
              <pc:sldLayoutMk cId="2300881833" sldId="2147485613"/>
              <ac:spMk id="3" creationId="{BAFA0BBC-8CD3-225A-2458-598CC07FC904}"/>
            </ac:spMkLst>
          </pc:spChg>
          <pc:spChg chg="add mod">
            <ac:chgData name="Shigeyuki Fukushima" userId="f58042c2-1724-492a-a8b2-a742d1773c63" providerId="ADAL" clId="{31AEA7F6-A627-4963-B628-67B52CFD0B31}" dt="2025-11-03T21:30:14.616" v="481"/>
            <ac:spMkLst>
              <pc:docMk/>
              <pc:sldMasterMk cId="2617949092" sldId="2147485587"/>
              <pc:sldLayoutMk cId="2300881833" sldId="2147485613"/>
              <ac:spMk id="5" creationId="{94B34888-24B7-8B85-9ACA-C7AEB5B5F3A2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14406-C715-4771-85E7-5B205DE57C68}" type="datetime8">
              <a:rPr lang="en-US" smtClean="0">
                <a:latin typeface="Segoe UI" pitchFamily="34" charset="0"/>
              </a:rPr>
              <a:t>2025/12/12 13:31</a:t>
            </a:fld>
            <a:endParaRPr lang="en-US">
              <a:latin typeface="Segoe UI" pitchFamily="34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2498908C-44C1-417D-9628-8E7468EC4641}" type="datetime8">
              <a:rPr lang="en-US" smtClean="0"/>
              <a:t>2025/12/12 13:31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498908C-44C1-417D-9628-8E7468EC4641}" type="datetime8">
              <a:rPr lang="en-US" smtClean="0"/>
              <a:t>2025/12/12 13:31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868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2498908C-44C1-417D-9628-8E7468EC4641}" type="datetime8">
              <a:rPr lang="en-US" smtClean="0"/>
              <a:t>2025/12/12 13:31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047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_Template_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ote">
            <a:extLst>
              <a:ext uri="{FF2B5EF4-FFF2-40B4-BE49-F238E27FC236}">
                <a16:creationId xmlns:a16="http://schemas.microsoft.com/office/drawing/2014/main" id="{EB624F08-9F8F-9F02-E1A3-DC949E79D8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200" y="6010275"/>
            <a:ext cx="11018838" cy="215444"/>
          </a:xfr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/>
            <a:endParaRPr lang="ja-JP" altLang="en-US" dirty="0"/>
          </a:p>
        </p:txBody>
      </p:sp>
      <p:sp>
        <p:nvSpPr>
          <p:cNvPr id="7" name="Insights">
            <a:extLst>
              <a:ext uri="{FF2B5EF4-FFF2-40B4-BE49-F238E27FC236}">
                <a16:creationId xmlns:a16="http://schemas.microsoft.com/office/drawing/2014/main" id="{9B91DD5E-1007-5CED-3144-7F22686D2E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05358" y="1435502"/>
            <a:ext cx="4297680" cy="43891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defRPr/>
            </a:lvl5pPr>
          </a:lstStyle>
          <a:p>
            <a:pPr lvl="0"/>
            <a:r>
              <a:rPr lang="en-US" altLang="ja-JP" dirty="0"/>
              <a:t>Click to edit Master text styles</a:t>
            </a:r>
          </a:p>
          <a:p>
            <a:pPr lvl="1"/>
            <a:r>
              <a:rPr lang="en-US" altLang="ja-JP" dirty="0"/>
              <a:t>Second level</a:t>
            </a:r>
          </a:p>
          <a:p>
            <a:pPr lvl="2"/>
            <a:r>
              <a:rPr lang="en-US" altLang="ja-JP" dirty="0"/>
              <a:t>Third level</a:t>
            </a:r>
          </a:p>
          <a:p>
            <a:pPr lvl="3"/>
            <a:r>
              <a:rPr lang="en-US" altLang="ja-JP" dirty="0"/>
              <a:t>Fourth level</a:t>
            </a:r>
          </a:p>
          <a:p>
            <a:pPr lvl="4"/>
            <a:r>
              <a:rPr lang="en-US" altLang="ja-JP" dirty="0"/>
              <a:t>Fifth level</a:t>
            </a:r>
            <a:endParaRPr lang="ja-JP" altLang="en-US" dirty="0"/>
          </a:p>
        </p:txBody>
      </p:sp>
      <p:sp>
        <p:nvSpPr>
          <p:cNvPr id="3" name="GraphImage" descr="Graph">
            <a:extLst>
              <a:ext uri="{FF2B5EF4-FFF2-40B4-BE49-F238E27FC236}">
                <a16:creationId xmlns:a16="http://schemas.microsoft.com/office/drawing/2014/main" id="{C5C2AB5D-64AA-0B7F-DB30-C0B7FF75A3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84200" y="1435502"/>
            <a:ext cx="6400800" cy="4389120"/>
          </a:xfrm>
        </p:spPr>
        <p:txBody>
          <a:bodyPr/>
          <a:lstStyle/>
          <a:p>
            <a:endParaRPr lang="ja-JP" alt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7F8A3F7-F07A-C8AF-C51F-E7BA9EAB3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71854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817737-EF9C-A8DF-CCCD-9341412F1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49EECB-F4A1-A50A-5070-54504F95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E25D-5DBC-4243-9394-23A434E1C57D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A8ED39-3C33-0BE0-8516-F843C313C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6E0596-FDA3-27E1-93A1-C672D6BC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2EE25D-5DBC-4243-9394-23A434E1C57D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28AB45-76B5-4B36-2713-6DBF44C0FF6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A444C-CF4F-7623-FAB2-B2DD4040F0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D2EE25D-5DBC-4243-9394-23A434E1C57D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C54DCE-0C83-CC2E-0B1C-B1AEC849622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8D905-B141-B129-0D69-48BDFF6EB3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D2EE25D-5DBC-4243-9394-23A434E1C57D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70F9A1-569E-ED96-D5E2-06164E3611E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1A6F07-0A5E-F44F-4C55-969A0719C7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D2EE25D-5DBC-4243-9394-23A434E1C57D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845330-A87F-1BDE-87C0-352D72A706D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13937C-81B1-71FD-9AE2-CD57D362C9A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D2EE25D-5DBC-4243-9394-23A434E1C57D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4447048-4AB2-8C50-B0D7-1E9AB8ABDC0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FC757-7FDB-E4DD-CA72-F9A5ABD60B9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D2EE25D-5DBC-4243-9394-23A434E1C57D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32" userDrawn="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8CE50-46CE-0973-AC08-7477BEAD0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03424D10-01E7-37F9-6091-2C95487D9F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DFE8ED1-0EC9-B339-1813-0B4260A0A2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/>
            </a:lvl1pPr>
            <a:lvl2pPr>
              <a:defRPr lang="en-US" sz="1600" dirty="0"/>
            </a:lvl2pPr>
            <a:lvl3pPr>
              <a:defRPr lang="en-US" sz="16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marL="141288" lvl="0" indent="-141288"/>
            <a:r>
              <a:rPr lang="en-US"/>
              <a:t>Click to edit Master text styles</a:t>
            </a:r>
          </a:p>
          <a:p>
            <a:pPr marL="141288" lvl="1" indent="-141288"/>
            <a:r>
              <a:rPr lang="en-US"/>
              <a:t>Second level</a:t>
            </a:r>
          </a:p>
          <a:p>
            <a:pPr marL="141288" lvl="2" indent="-141288"/>
            <a:r>
              <a:rPr lang="en-US"/>
              <a:t>Third level</a:t>
            </a:r>
          </a:p>
          <a:p>
            <a:pPr marL="141288" lvl="3" indent="-141288"/>
            <a:r>
              <a:rPr lang="en-US"/>
              <a:t>Fourth level</a:t>
            </a:r>
          </a:p>
          <a:p>
            <a:pPr marL="141288" lvl="4" indent="-141288"/>
            <a:r>
              <a:rPr lang="en-US"/>
              <a:t>Fifth level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23006D8-810A-DCBB-7E79-17F6322E2F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DAAB847-57CB-2458-2ADA-6D77707940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/>
            </a:lvl1pPr>
            <a:lvl2pPr>
              <a:defRPr lang="en-US" sz="1600" dirty="0"/>
            </a:lvl2pPr>
            <a:lvl3pPr>
              <a:defRPr lang="en-US" sz="16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marL="141288" lvl="0" indent="-141288"/>
            <a:r>
              <a:rPr lang="en-US"/>
              <a:t>Click to edit Master text styles</a:t>
            </a:r>
          </a:p>
          <a:p>
            <a:pPr marL="141288" lvl="1" indent="-141288"/>
            <a:r>
              <a:rPr lang="en-US"/>
              <a:t>Second level</a:t>
            </a:r>
          </a:p>
          <a:p>
            <a:pPr marL="141288" lvl="2" indent="-141288"/>
            <a:r>
              <a:rPr lang="en-US"/>
              <a:t>Third level</a:t>
            </a:r>
          </a:p>
          <a:p>
            <a:pPr marL="141288" lvl="3" indent="-141288"/>
            <a:r>
              <a:rPr lang="en-US"/>
              <a:t>Fourth level</a:t>
            </a:r>
          </a:p>
          <a:p>
            <a:pPr marL="141288" lvl="4" indent="-141288"/>
            <a:r>
              <a:rPr lang="en-US"/>
              <a:t>Fifth level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B655A31-FF73-73EA-1EA8-00F13891AB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19634A-80BB-C620-3C16-1EA80A7B1C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/>
            </a:lvl1pPr>
            <a:lvl2pPr>
              <a:defRPr lang="en-US" sz="1600" dirty="0"/>
            </a:lvl2pPr>
            <a:lvl3pPr>
              <a:defRPr lang="en-US" sz="16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marL="141288" lvl="0" indent="-141288"/>
            <a:r>
              <a:rPr lang="en-US"/>
              <a:t>Click to edit Master text styles</a:t>
            </a:r>
          </a:p>
          <a:p>
            <a:pPr marL="141288" lvl="1" indent="-141288"/>
            <a:r>
              <a:rPr lang="en-US"/>
              <a:t>Second level</a:t>
            </a:r>
          </a:p>
          <a:p>
            <a:pPr marL="141288" lvl="2" indent="-141288"/>
            <a:r>
              <a:rPr lang="en-US"/>
              <a:t>Third level</a:t>
            </a:r>
          </a:p>
          <a:p>
            <a:pPr marL="141288" lvl="3" indent="-141288"/>
            <a:r>
              <a:rPr lang="en-US"/>
              <a:t>Fourth level</a:t>
            </a:r>
          </a:p>
          <a:p>
            <a:pPr marL="141288" lvl="4" indent="-141288"/>
            <a:r>
              <a:rPr lang="en-US"/>
              <a:t>Fifth level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5E7CC6D-40F5-C58C-FC44-793B1A98AC5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6B93ED5-5CA7-C983-373E-E42D7424C7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/>
            </a:lvl1pPr>
            <a:lvl2pPr>
              <a:defRPr lang="en-US" sz="1600"/>
            </a:lvl2pPr>
            <a:lvl3pPr>
              <a:defRPr lang="en-US" sz="1600"/>
            </a:lvl3pPr>
            <a:lvl4pPr>
              <a:defRPr lang="en-US" sz="1400"/>
            </a:lvl4pPr>
            <a:lvl5pPr>
              <a:defRPr lang="en-US" sz="1400" dirty="0"/>
            </a:lvl5pPr>
          </a:lstStyle>
          <a:p>
            <a:pPr marL="141288" lvl="0" indent="-141288"/>
            <a:r>
              <a:rPr lang="en-US"/>
              <a:t>Click to edit Master text styles</a:t>
            </a:r>
          </a:p>
          <a:p>
            <a:pPr marL="141288" lvl="1" indent="-141288"/>
            <a:r>
              <a:rPr lang="en-US"/>
              <a:t>Second level</a:t>
            </a:r>
          </a:p>
          <a:p>
            <a:pPr marL="141288" lvl="2" indent="-141288"/>
            <a:r>
              <a:rPr lang="en-US"/>
              <a:t>Third level</a:t>
            </a:r>
          </a:p>
          <a:p>
            <a:pPr marL="141288" lvl="3" indent="-141288"/>
            <a:r>
              <a:rPr lang="en-US"/>
              <a:t>Fourth level</a:t>
            </a:r>
          </a:p>
          <a:p>
            <a:pPr marL="141288" lvl="4" indent="-141288"/>
            <a:r>
              <a:rPr lang="en-US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B8D4877-580D-84C7-0250-F57004E0BD35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EF08A3B-9973-0D55-D103-E8AAC17045A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ED2EE25D-5DBC-4243-9394-23A434E1C57D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80109683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55399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gradFill>
                  <a:gsLst>
                    <a:gs pos="0">
                      <a:srgbClr val="31ACBD"/>
                    </a:gs>
                    <a:gs pos="68000">
                      <a:schemeClr val="tx2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1">
                <a:gradFill>
                  <a:gsLst>
                    <a:gs pos="100000">
                      <a:srgbClr val="3EA89B"/>
                    </a:gs>
                    <a:gs pos="0">
                      <a:srgbClr val="225B62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1" dirty="0">
                <a:gradFill>
                  <a:gsLst>
                    <a:gs pos="0">
                      <a:srgbClr val="F4364C"/>
                    </a:gs>
                    <a:gs pos="68000">
                      <a:srgbClr val="C03BC4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1">
                <a:gradFill>
                  <a:gsLst>
                    <a:gs pos="0">
                      <a:srgbClr val="FF9318"/>
                    </a:gs>
                    <a:gs pos="44000">
                      <a:srgbClr val="FF5C39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756957-A9B8-753B-B54E-7AED10CC43D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DF0DE-B0D6-4CC6-B372-84017B2A340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ED2EE25D-5DBC-4243-9394-23A434E1C57D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25AED6-05FD-6AC3-6F4B-E4A39C818BAE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554C2-F320-B17E-6A44-10B6DFF8BA8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ED2EE25D-5DBC-4243-9394-23A434E1C57D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C4900B-908E-835B-94E4-2FF59B3258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sz="1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80C1D-0877-ED8D-47A6-31913C2738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D2EE25D-5DBC-4243-9394-23A434E1C57D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5747F58-7391-194C-A368-2D435F3BCC58}"/>
              </a:ext>
            </a:extLst>
          </p:cNvPr>
          <p:cNvGrpSpPr/>
          <p:nvPr userDrawn="1"/>
        </p:nvGrpSpPr>
        <p:grpSpPr>
          <a:xfrm>
            <a:off x="-4283742" y="6362608"/>
            <a:ext cx="4237824" cy="495392"/>
            <a:chOff x="-4312317" y="6362608"/>
            <a:chExt cx="4237824" cy="49539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781568-1A45-2B51-A043-1162BEF0A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 bwMode="auto">
            <a:xfrm>
              <a:off x="-4312317" y="6362608"/>
              <a:ext cx="4237824" cy="495392"/>
            </a:xfrm>
            <a:prstGeom prst="rect">
              <a:avLst/>
            </a:prstGeom>
            <a:pattFill prst="openDmnd">
              <a:fgClr>
                <a:srgbClr val="F4364C"/>
              </a:fgClr>
              <a:bgClr>
                <a:srgbClr val="FFB3BB"/>
              </a:bgClr>
            </a:patt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D6B1711-6C96-F436-B584-482F1DAF116A}"/>
                </a:ext>
              </a:extLst>
            </p:cNvPr>
            <p:cNvSpPr txBox="1"/>
            <p:nvPr userDrawn="1"/>
          </p:nvSpPr>
          <p:spPr>
            <a:xfrm>
              <a:off x="-4248150" y="6402935"/>
              <a:ext cx="3970455" cy="43088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r"/>
              <a:r>
                <a:rPr lang="en-US" sz="1400" dirty="0">
                  <a:solidFill>
                    <a:srgbClr val="000000"/>
                  </a:solidFill>
                  <a:latin typeface="+mj-lt"/>
                </a:rPr>
                <a:t>Closed captions clear space.</a:t>
              </a:r>
              <a:br>
                <a:rPr lang="en-US" sz="1400" dirty="0">
                  <a:solidFill>
                    <a:srgbClr val="000000"/>
                  </a:solidFill>
                  <a:latin typeface="+mj-lt"/>
                </a:rPr>
              </a:br>
              <a:r>
                <a:rPr lang="en-US" sz="1400" dirty="0">
                  <a:solidFill>
                    <a:srgbClr val="000000"/>
                  </a:solidFill>
                  <a:latin typeface="+mj-lt"/>
                </a:rPr>
                <a:t>Keep all presentation content above the red line.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5C5BCAD-87CD-9943-5F16-212AD2FD50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199905" y="6394450"/>
              <a:ext cx="0" cy="449403"/>
            </a:xfrm>
            <a:prstGeom prst="straightConnector1">
              <a:avLst/>
            </a:prstGeom>
            <a:ln w="25400">
              <a:solidFill>
                <a:srgbClr val="F4364C"/>
              </a:solidFill>
              <a:headEnd type="arrow" w="med" len="sm"/>
              <a:tailEnd type="arrow" w="med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BE667A40-2A0F-8745-6E48-C97E2A44D9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69920" y="6356350"/>
            <a:ext cx="5852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sz="1000"/>
          </a:p>
        </p:txBody>
      </p:sp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55BA411D-EDCA-A9CB-996D-814D71254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2383" y="6356350"/>
            <a:ext cx="91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2EE25D-5DBC-4243-9394-23A434E1C57D}" type="slidenum">
              <a:rPr lang="en-US" smtClean="0"/>
              <a:pPr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587" r:id="rId1"/>
    <p:sldLayoutId id="2147485451" r:id="rId2"/>
    <p:sldLayoutId id="2147485452" r:id="rId3"/>
    <p:sldLayoutId id="2147485453" r:id="rId4"/>
    <p:sldLayoutId id="2147485454" r:id="rId5"/>
    <p:sldLayoutId id="2147485455" r:id="rId6"/>
    <p:sldLayoutId id="2147485456" r:id="rId7"/>
    <p:sldLayoutId id="2147485457" r:id="rId8"/>
    <p:sldLayoutId id="2147485458" r:id="rId9"/>
    <p:sldLayoutId id="2147485503" r:id="rId10"/>
    <p:sldLayoutId id="2147485459" r:id="rId11"/>
    <p:sldLayoutId id="2147485460" r:id="rId12"/>
    <p:sldLayoutId id="2147485461" r:id="rId13"/>
    <p:sldLayoutId id="2147485493" r:id="rId14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2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 userDrawn="1">
          <p15:clr>
            <a:srgbClr val="C35EA4"/>
          </p15:clr>
        </p15:guide>
        <p15:guide id="17" pos="7320" userDrawn="1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92" userDrawn="1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 userDrawn="1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ote">
            <a:extLst>
              <a:ext uri="{FF2B5EF4-FFF2-40B4-BE49-F238E27FC236}">
                <a16:creationId xmlns:a16="http://schemas.microsoft.com/office/drawing/2014/main" id="{F1B53C7F-18E6-F794-BA19-F98B8B1F25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Insights">
            <a:extLst>
              <a:ext uri="{FF2B5EF4-FFF2-40B4-BE49-F238E27FC236}">
                <a16:creationId xmlns:a16="http://schemas.microsoft.com/office/drawing/2014/main" id="{C3BA1B81-3318-2A40-164A-D422AA6567E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ja-JP" altLang="en-US" dirty="0"/>
          </a:p>
        </p:txBody>
      </p:sp>
      <p:sp>
        <p:nvSpPr>
          <p:cNvPr id="3" name="GraphImage">
            <a:extLst>
              <a:ext uri="{FF2B5EF4-FFF2-40B4-BE49-F238E27FC236}">
                <a16:creationId xmlns:a16="http://schemas.microsoft.com/office/drawing/2014/main" id="{94CEDD40-4771-A3BD-9F34-572F140B5C8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0B85291-9520-9F3B-7FC4-9F4245C37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7225102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151A4-DBF5-DCD7-ACE1-122964D78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ote">
            <a:extLst>
              <a:ext uri="{FF2B5EF4-FFF2-40B4-BE49-F238E27FC236}">
                <a16:creationId xmlns:a16="http://schemas.microsoft.com/office/drawing/2014/main" id="{32BD4B78-BC0B-7C04-0836-C003ED6C1D0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200" y="6010275"/>
            <a:ext cx="11018838" cy="215444"/>
          </a:xfrm>
        </p:spPr>
        <p:txBody>
          <a:bodyPr>
            <a:normAutofit/>
          </a:bodyPr>
          <a:lstStyle/>
          <a:p>
            <a:r>
              <a:rPr lang="ja-JP" noProof="0" dirty="0"/>
              <a:t>参考：FHV利用件数、地下鉄/バス乗車数、観光統計、オフィス出社率など外部指標と併用すると因果関係の整理が可能</a:t>
            </a:r>
          </a:p>
        </p:txBody>
      </p:sp>
      <p:sp>
        <p:nvSpPr>
          <p:cNvPr id="9" name="Insights">
            <a:extLst>
              <a:ext uri="{FF2B5EF4-FFF2-40B4-BE49-F238E27FC236}">
                <a16:creationId xmlns:a16="http://schemas.microsoft.com/office/drawing/2014/main" id="{53645FC7-BDED-6C8E-E8C0-30EF6964F7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05358" y="1435502"/>
            <a:ext cx="4297680" cy="4389120"/>
          </a:xfrm>
        </p:spPr>
        <p:txBody>
          <a:bodyPr>
            <a:normAutofit fontScale="92500" lnSpcReduction="20000"/>
          </a:bodyPr>
          <a:lstStyle/>
          <a:p>
            <a:r>
              <a:rPr lang="ja-JP" b="1" noProof="0" dirty="0"/>
              <a:t>長期減少トレンド</a:t>
            </a:r>
            <a:r>
              <a:rPr lang="ja-JP" noProof="0" dirty="0"/>
              <a:t>：パンデミック以前から右肩下がり</a:t>
            </a:r>
            <a:r>
              <a:rPr lang="ja-JP" altLang="en-US" dirty="0"/>
              <a:t>、</a:t>
            </a:r>
            <a:r>
              <a:rPr lang="ja-JP" noProof="0" dirty="0"/>
              <a:t>アプリ配車 (Uber/Lyft等) への需要シフトが背景</a:t>
            </a:r>
          </a:p>
          <a:p>
            <a:r>
              <a:rPr lang="ja-JP" b="1" noProof="0" dirty="0"/>
              <a:t>2020年春の急落と低位推移</a:t>
            </a:r>
            <a:r>
              <a:rPr lang="ja-JP" noProof="0" dirty="0"/>
              <a:t>：外出制限・観光蒸発・在宅勤務定着で乗車数が急減後、低位で横ばい</a:t>
            </a:r>
          </a:p>
          <a:p>
            <a:r>
              <a:rPr lang="ja-JP" b="1" noProof="0" dirty="0"/>
              <a:t>季節性の弱まり</a:t>
            </a:r>
            <a:r>
              <a:rPr lang="ja-JP" noProof="0" dirty="0"/>
              <a:t>：繁忙期の波が縮小</a:t>
            </a:r>
            <a:r>
              <a:rPr lang="ja-JP" altLang="en-US" noProof="0" dirty="0"/>
              <a:t>、</a:t>
            </a:r>
            <a:r>
              <a:rPr lang="ja-JP" noProof="0" dirty="0"/>
              <a:t>公共交通・マイクロモビリティ・配車プラットフォームへの分散が影響</a:t>
            </a:r>
          </a:p>
        </p:txBody>
      </p:sp>
      <p:pic>
        <p:nvPicPr>
          <p:cNvPr id="5" name="GraphImage">
            <a:extLst>
              <a:ext uri="{FF2B5EF4-FFF2-40B4-BE49-F238E27FC236}">
                <a16:creationId xmlns:a16="http://schemas.microsoft.com/office/drawing/2014/main" id="{6084D4F2-CB9B-4A26-CAEF-9479D139471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t="-19025" b="-19025"/>
          <a:stretch>
            <a:fillRect/>
          </a:stretch>
        </p:blipFill>
        <p:spPr>
          <a:xfrm>
            <a:off x="584200" y="1435502"/>
            <a:ext cx="6400800" cy="4389120"/>
          </a:xfrm>
        </p:spPr>
      </p:pic>
      <p:sp>
        <p:nvSpPr>
          <p:cNvPr id="7" name="Title">
            <a:extLst>
              <a:ext uri="{FF2B5EF4-FFF2-40B4-BE49-F238E27FC236}">
                <a16:creationId xmlns:a16="http://schemas.microsoft.com/office/drawing/2014/main" id="{FEBC57AF-76F0-8293-95E2-17A114259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normAutofit/>
          </a:bodyPr>
          <a:lstStyle/>
          <a:p>
            <a:r>
              <a:rPr lang="ja-JP" noProof="0" dirty="0"/>
              <a:t>NYCタクシー 月次乗車数の推移からの示唆</a:t>
            </a:r>
          </a:p>
        </p:txBody>
      </p:sp>
      <p:sp>
        <p:nvSpPr>
          <p:cNvPr id="3" name="Mark">
            <a:extLst>
              <a:ext uri="{FF2B5EF4-FFF2-40B4-BE49-F238E27FC236}">
                <a16:creationId xmlns:a16="http://schemas.microsoft.com/office/drawing/2014/main" id="{09D42681-98B1-2C4D-FA24-82BDF51766A5}"/>
              </a:ext>
            </a:extLst>
          </p:cNvPr>
          <p:cNvSpPr/>
          <p:nvPr/>
        </p:nvSpPr>
        <p:spPr bwMode="auto">
          <a:xfrm>
            <a:off x="10757876" y="70890"/>
            <a:ext cx="1355970" cy="47673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rmAutofit fontScale="77500" lnSpcReduction="20000"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1600" b="1" noProof="0" dirty="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Manually Generated</a:t>
            </a:r>
            <a:endParaRPr lang="ja-JP" sz="1600" b="1" noProof="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19509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zure 2025 Template - LIGHT MODE">
  <a:themeElements>
    <a:clrScheme name="Custom 4">
      <a:dk1>
        <a:srgbClr val="000000"/>
      </a:dk1>
      <a:lt1>
        <a:srgbClr val="FFFFFF"/>
      </a:lt1>
      <a:dk2>
        <a:srgbClr val="0078D4"/>
      </a:dk2>
      <a:lt2>
        <a:srgbClr val="E8E6DF"/>
      </a:lt2>
      <a:accent1>
        <a:srgbClr val="0078D4"/>
      </a:accent1>
      <a:accent2>
        <a:srgbClr val="2A446F"/>
      </a:accent2>
      <a:accent3>
        <a:srgbClr val="49C5B1"/>
      </a:accent3>
      <a:accent4>
        <a:srgbClr val="8DE971"/>
      </a:accent4>
      <a:accent5>
        <a:srgbClr val="F4364F"/>
      </a:accent5>
      <a:accent6>
        <a:srgbClr val="C03BC4"/>
      </a:accent6>
      <a:hlink>
        <a:srgbClr val="091F2C"/>
      </a:hlink>
      <a:folHlink>
        <a:srgbClr val="091F2C"/>
      </a:folHlink>
    </a:clrScheme>
    <a:fontScheme name="JP+EN Pop #2">
      <a:majorFont>
        <a:latin typeface="Segoe UI Semibold"/>
        <a:ea typeface="Meiryo"/>
        <a:cs typeface=""/>
      </a:majorFont>
      <a:minorFont>
        <a:latin typeface="Segoe UI"/>
        <a:ea typeface="Meiryo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Azure PowerPoint Template - V4" id="{3B5CF8C7-8945-A342-BD6C-1080D81862B6}" vid="{8AAC9D8C-28CC-DC4B-8D5D-EC6191E4BD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07c5dfa0-33a3-47dd-bfb7-87fb96739115" xsi:nil="true"/>
    <lcf76f155ced4ddcb4097134ff3c332f xmlns="07c5dfa0-33a3-47dd-bfb7-87fb96739115">
      <Terms xmlns="http://schemas.microsoft.com/office/infopath/2007/PartnerControls"/>
    </lcf76f155ced4ddcb4097134ff3c332f>
    <SharedWithUsers xmlns="b1c3d6fc-5689-40cc-899d-3b916b4ff5bf">
      <UserInfo>
        <DisplayName>Brand Central Administrators</DisplayName>
        <AccountId>2570</AccountId>
        <AccountType/>
      </UserInfo>
      <UserInfo>
        <DisplayName>Teresa Conte</DisplayName>
        <AccountId>563</AccountId>
        <AccountType/>
      </UserInfo>
      <UserInfo>
        <DisplayName>Nannette Sperling (Synaxis Corporation)</DisplayName>
        <AccountId>565</AccountId>
        <AccountType/>
      </UserInfo>
    </SharedWithUsers>
    <test xmlns="07c5dfa0-33a3-47dd-bfb7-87fb96739115" xsi:nil="true"/>
    <Time xmlns="07c5dfa0-33a3-47dd-bfb7-87fb96739115" xsi:nil="true"/>
    <Status xmlns="07c5dfa0-33a3-47dd-bfb7-87fb96739115" xsi:nil="true"/>
    <Date xmlns="07c5dfa0-33a3-47dd-bfb7-87fb9673911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6D235E0236944CB2D0154C00AD9253" ma:contentTypeVersion="27" ma:contentTypeDescription="Create a new document." ma:contentTypeScope="" ma:versionID="b652f670b999dfd2a7fe8a4f260222d7">
  <xsd:schema xmlns:xsd="http://www.w3.org/2001/XMLSchema" xmlns:xs="http://www.w3.org/2001/XMLSchema" xmlns:p="http://schemas.microsoft.com/office/2006/metadata/properties" xmlns:ns1="http://schemas.microsoft.com/sharepoint/v3" xmlns:ns2="07c5dfa0-33a3-47dd-bfb7-87fb96739115" xmlns:ns3="b1c3d6fc-5689-40cc-899d-3b916b4ff5bf" xmlns:ns4="230e9df3-be65-4c73-a93b-d1236ebd677e" targetNamespace="http://schemas.microsoft.com/office/2006/metadata/properties" ma:root="true" ma:fieldsID="0aeaa046ab8da671f0e3dacef0a636a1" ns1:_="" ns2:_="" ns3:_="" ns4:_="">
    <xsd:import namespace="http://schemas.microsoft.com/sharepoint/v3"/>
    <xsd:import namespace="07c5dfa0-33a3-47dd-bfb7-87fb96739115"/>
    <xsd:import namespace="b1c3d6fc-5689-40cc-899d-3b916b4ff5bf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Date" minOccurs="0"/>
                <xsd:element ref="ns2:Time" minOccurs="0"/>
                <xsd:element ref="ns2:test" minOccurs="0"/>
                <xsd:element ref="ns2:MediaServiceLocation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c5dfa0-33a3-47dd-bfb7-87fb967391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8" nillable="true" ma:displayName="Status" ma:format="Dropdown" ma:internalName="Status">
      <xsd:simpleType>
        <xsd:restriction base="dms:Text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Date" ma:index="25" nillable="true" ma:displayName="Date" ma:format="DateOnly" ma:internalName="Date">
      <xsd:simpleType>
        <xsd:restriction base="dms:DateTime"/>
      </xsd:simpleType>
    </xsd:element>
    <xsd:element name="Time" ma:index="26" nillable="true" ma:displayName="Time" ma:format="DateTime" ma:internalName="Time">
      <xsd:simpleType>
        <xsd:restriction base="dms:DateTime"/>
      </xsd:simpleType>
    </xsd:element>
    <xsd:element name="test" ma:index="27" nillable="true" ma:displayName="test" ma:format="DateOnly" ma:internalName="test">
      <xsd:simpleType>
        <xsd:restriction base="dms:DateTime"/>
      </xsd:simpleType>
    </xsd:element>
    <xsd:element name="MediaServiceLocation" ma:index="28" nillable="true" ma:displayName="Location" ma:internalName="MediaServiceLocation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c3d6fc-5689-40cc-899d-3b916b4ff5b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1603ea5b-56ba-41f6-bada-27c0bbbe9ac1}" ma:internalName="TaxCatchAll" ma:showField="CatchAllData" ma:web="b1c3d6fc-5689-40cc-899d-3b916b4ff5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990F116-B58F-4255-B05B-DA3808E0E5C6}">
  <ds:schemaRefs>
    <ds:schemaRef ds:uri="07c5dfa0-33a3-47dd-bfb7-87fb96739115"/>
    <ds:schemaRef ds:uri="230e9df3-be65-4c73-a93b-d1236ebd677e"/>
    <ds:schemaRef ds:uri="255e9135-acb6-413d-8014-3858207eab07"/>
    <ds:schemaRef ds:uri="a4494d7a-ad2c-4b11-8dea-280127f8418e"/>
    <ds:schemaRef ds:uri="b1c3d6fc-5689-40cc-899d-3b916b4ff5b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A084E1F-7235-4F66-BAA2-93C4F008F190}">
  <ds:schemaRefs>
    <ds:schemaRef ds:uri="07c5dfa0-33a3-47dd-bfb7-87fb96739115"/>
    <ds:schemaRef ds:uri="230e9df3-be65-4c73-a93b-d1236ebd677e"/>
    <ds:schemaRef ds:uri="b1c3d6fc-5689-40cc-899d-3b916b4ff5b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FY26 Microsoft Azure Expressions_PPT Deck</Template>
  <TotalTime>115</TotalTime>
  <Words>228</Words>
  <Application>Microsoft Office PowerPoint</Application>
  <PresentationFormat>Widescreen</PresentationFormat>
  <Paragraphs>10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Wingdings</vt:lpstr>
      <vt:lpstr>Segoe UI Semibold</vt:lpstr>
      <vt:lpstr>Arial</vt:lpstr>
      <vt:lpstr>Segoe UI</vt:lpstr>
      <vt:lpstr>Azure 2025 Template - LIGHT MODE</vt:lpstr>
      <vt:lpstr>PowerPoint Presentation</vt:lpstr>
      <vt:lpstr>NYCタクシー 月次乗車数の推移からの示唆</vt:lpstr>
    </vt:vector>
  </TitlesOfParts>
  <Manager>&lt;Comms manager name here&gt;</Manager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Shigeyuki Fukushima</dc:creator>
  <cp:keywords/>
  <dc:description/>
  <cp:lastModifiedBy>Shigeyuki Fukushima</cp:lastModifiedBy>
  <cp:revision>27</cp:revision>
  <cp:lastPrinted>2023-02-15T20:48:24Z</cp:lastPrinted>
  <dcterms:created xsi:type="dcterms:W3CDTF">2025-10-07T16:48:13Z</dcterms:created>
  <dcterms:modified xsi:type="dcterms:W3CDTF">2025-12-12T04:34:22Z</dcterms:modified>
  <cp:version>1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0x010100D86D235E0236944CB2D0154C00AD9253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  <property fmtid="{D5CDD505-2E9C-101B-9397-08002B2CF9AE}" pid="18" name="MediaServiceImageTags">
    <vt:lpwstr/>
  </property>
</Properties>
</file>